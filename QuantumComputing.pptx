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61" r:id="rId5"/>
    <p:sldId id="262" r:id="rId6"/>
    <p:sldId id="263" r:id="rId7"/>
    <p:sldId id="265" r:id="rId8"/>
    <p:sldId id="268" r:id="rId9"/>
    <p:sldId id="269" r:id="rId10"/>
    <p:sldId id="266" r:id="rId11"/>
    <p:sldId id="270" r:id="rId12"/>
    <p:sldId id="271" r:id="rId13"/>
    <p:sldId id="272" r:id="rId14"/>
    <p:sldId id="267" r:id="rId15"/>
    <p:sldId id="273" r:id="rId16"/>
    <p:sldId id="274" r:id="rId17"/>
    <p:sldId id="275" r:id="rId18"/>
    <p:sldId id="277" r:id="rId19"/>
    <p:sldId id="279" r:id="rId20"/>
    <p:sldId id="257" r:id="rId21"/>
    <p:sldId id="282" r:id="rId22"/>
    <p:sldId id="283" r:id="rId23"/>
    <p:sldId id="284" r:id="rId24"/>
    <p:sldId id="285" r:id="rId25"/>
    <p:sldId id="286" r:id="rId26"/>
    <p:sldId id="28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62DFA-F337-684C-9A99-7EDD9ECF61F8}" v="528" dt="2026-01-18T22:25:05.3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77"/>
  </p:normalViewPr>
  <p:slideViewPr>
    <p:cSldViewPr snapToGrid="0">
      <p:cViewPr varScale="1">
        <p:scale>
          <a:sx n="189" d="100"/>
          <a:sy n="189" d="100"/>
        </p:scale>
        <p:origin x="182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lund, Anders, Ph.D." userId="5ba1c90d-00f9-4448-8913-03c7b5a152fe" providerId="ADAL" clId="{E6ED17E5-2EDD-52D9-9481-A2103DC77AB0}"/>
    <pc:docChg chg="undo redo custSel addSld delSld modSld sldOrd">
      <pc:chgData name="Berglund, Anders, Ph.D." userId="5ba1c90d-00f9-4448-8913-03c7b5a152fe" providerId="ADAL" clId="{E6ED17E5-2EDD-52D9-9481-A2103DC77AB0}" dt="2026-01-19T13:23:55.390" v="4537" actId="20577"/>
      <pc:docMkLst>
        <pc:docMk/>
      </pc:docMkLst>
      <pc:sldChg chg="ord">
        <pc:chgData name="Berglund, Anders, Ph.D." userId="5ba1c90d-00f9-4448-8913-03c7b5a152fe" providerId="ADAL" clId="{E6ED17E5-2EDD-52D9-9481-A2103DC77AB0}" dt="2026-01-18T17:33:00.080" v="2977" actId="20578"/>
        <pc:sldMkLst>
          <pc:docMk/>
          <pc:sldMk cId="3089444679" sldId="257"/>
        </pc:sldMkLst>
      </pc:sldChg>
      <pc:sldChg chg="del ord">
        <pc:chgData name="Berglund, Anders, Ph.D." userId="5ba1c90d-00f9-4448-8913-03c7b5a152fe" providerId="ADAL" clId="{E6ED17E5-2EDD-52D9-9481-A2103DC77AB0}" dt="2026-01-18T20:27:48.257" v="3545" actId="2696"/>
        <pc:sldMkLst>
          <pc:docMk/>
          <pc:sldMk cId="2005020481" sldId="258"/>
        </pc:sldMkLst>
      </pc:sldChg>
      <pc:sldChg chg="addSp delSp modSp new mod modClrScheme chgLayout">
        <pc:chgData name="Berglund, Anders, Ph.D." userId="5ba1c90d-00f9-4448-8913-03c7b5a152fe" providerId="ADAL" clId="{E6ED17E5-2EDD-52D9-9481-A2103DC77AB0}" dt="2026-01-18T16:02:50.199" v="2846" actId="1076"/>
        <pc:sldMkLst>
          <pc:docMk/>
          <pc:sldMk cId="3948050648" sldId="259"/>
        </pc:sldMkLst>
        <pc:spChg chg="add mod">
          <ac:chgData name="Berglund, Anders, Ph.D." userId="5ba1c90d-00f9-4448-8913-03c7b5a152fe" providerId="ADAL" clId="{E6ED17E5-2EDD-52D9-9481-A2103DC77AB0}" dt="2026-01-16T15:24:26.877" v="163" actId="1076"/>
          <ac:spMkLst>
            <pc:docMk/>
            <pc:sldMk cId="3948050648" sldId="259"/>
            <ac:spMk id="5" creationId="{D421DD74-D691-CC58-063F-B9170C08BE54}"/>
          </ac:spMkLst>
        </pc:spChg>
        <pc:spChg chg="add mod">
          <ac:chgData name="Berglund, Anders, Ph.D." userId="5ba1c90d-00f9-4448-8913-03c7b5a152fe" providerId="ADAL" clId="{E6ED17E5-2EDD-52D9-9481-A2103DC77AB0}" dt="2026-01-18T16:02:50.199" v="2846" actId="1076"/>
          <ac:spMkLst>
            <pc:docMk/>
            <pc:sldMk cId="3948050648" sldId="259"/>
            <ac:spMk id="6" creationId="{69EC4016-72E6-F52B-738D-87CF349A7E8E}"/>
          </ac:spMkLst>
        </pc:spChg>
        <pc:picChg chg="add mod">
          <ac:chgData name="Berglund, Anders, Ph.D." userId="5ba1c90d-00f9-4448-8913-03c7b5a152fe" providerId="ADAL" clId="{E6ED17E5-2EDD-52D9-9481-A2103DC77AB0}" dt="2026-01-16T15:12:39.273" v="13" actId="1076"/>
          <ac:picMkLst>
            <pc:docMk/>
            <pc:sldMk cId="3948050648" sldId="259"/>
            <ac:picMk id="1026" creationId="{1B6266F2-F367-7195-6F29-8A394B0E1885}"/>
          </ac:picMkLst>
        </pc:picChg>
      </pc:sldChg>
      <pc:sldChg chg="addSp modSp new mod modClrScheme chgLayout">
        <pc:chgData name="Berglund, Anders, Ph.D." userId="5ba1c90d-00f9-4448-8913-03c7b5a152fe" providerId="ADAL" clId="{E6ED17E5-2EDD-52D9-9481-A2103DC77AB0}" dt="2026-01-18T20:28:17.476" v="3564" actId="1076"/>
        <pc:sldMkLst>
          <pc:docMk/>
          <pc:sldMk cId="3930900630" sldId="260"/>
        </pc:sldMkLst>
        <pc:spChg chg="add mod">
          <ac:chgData name="Berglund, Anders, Ph.D." userId="5ba1c90d-00f9-4448-8913-03c7b5a152fe" providerId="ADAL" clId="{E6ED17E5-2EDD-52D9-9481-A2103DC77AB0}" dt="2026-01-16T15:13:28.147" v="41" actId="20577"/>
          <ac:spMkLst>
            <pc:docMk/>
            <pc:sldMk cId="3930900630" sldId="260"/>
            <ac:spMk id="2" creationId="{52BBA998-5066-BB33-E386-920472E8F074}"/>
          </ac:spMkLst>
        </pc:spChg>
        <pc:spChg chg="add mod">
          <ac:chgData name="Berglund, Anders, Ph.D." userId="5ba1c90d-00f9-4448-8913-03c7b5a152fe" providerId="ADAL" clId="{E6ED17E5-2EDD-52D9-9481-A2103DC77AB0}" dt="2026-01-17T19:47:33.966" v="1939" actId="20577"/>
          <ac:spMkLst>
            <pc:docMk/>
            <pc:sldMk cId="3930900630" sldId="260"/>
            <ac:spMk id="3" creationId="{38DC0F57-A6FA-C530-0F77-20C50B9729AD}"/>
          </ac:spMkLst>
        </pc:spChg>
        <pc:spChg chg="add mod">
          <ac:chgData name="Berglund, Anders, Ph.D." userId="5ba1c90d-00f9-4448-8913-03c7b5a152fe" providerId="ADAL" clId="{E6ED17E5-2EDD-52D9-9481-A2103DC77AB0}" dt="2026-01-18T20:28:17.476" v="3564" actId="1076"/>
          <ac:spMkLst>
            <pc:docMk/>
            <pc:sldMk cId="3930900630" sldId="260"/>
            <ac:spMk id="4" creationId="{B2D70DA6-14D2-A558-BD6F-2BDD48F80C01}"/>
          </ac:spMkLst>
        </pc:spChg>
        <pc:picChg chg="add mod">
          <ac:chgData name="Berglund, Anders, Ph.D." userId="5ba1c90d-00f9-4448-8913-03c7b5a152fe" providerId="ADAL" clId="{E6ED17E5-2EDD-52D9-9481-A2103DC77AB0}" dt="2026-01-16T15:21:57.651" v="158" actId="1076"/>
          <ac:picMkLst>
            <pc:docMk/>
            <pc:sldMk cId="3930900630" sldId="260"/>
            <ac:picMk id="2050" creationId="{237AD315-48AF-E5C9-D3A0-8397895D7263}"/>
          </ac:picMkLst>
        </pc:picChg>
      </pc:sldChg>
      <pc:sldChg chg="modSp new mod">
        <pc:chgData name="Berglund, Anders, Ph.D." userId="5ba1c90d-00f9-4448-8913-03c7b5a152fe" providerId="ADAL" clId="{E6ED17E5-2EDD-52D9-9481-A2103DC77AB0}" dt="2026-01-18T20:28:29.160" v="3565" actId="6549"/>
        <pc:sldMkLst>
          <pc:docMk/>
          <pc:sldMk cId="1523278962" sldId="261"/>
        </pc:sldMkLst>
        <pc:spChg chg="mod">
          <ac:chgData name="Berglund, Anders, Ph.D." userId="5ba1c90d-00f9-4448-8913-03c7b5a152fe" providerId="ADAL" clId="{E6ED17E5-2EDD-52D9-9481-A2103DC77AB0}" dt="2026-01-16T15:43:57.927" v="205" actId="20577"/>
          <ac:spMkLst>
            <pc:docMk/>
            <pc:sldMk cId="1523278962" sldId="261"/>
            <ac:spMk id="2" creationId="{2EC3BF4D-0BBF-5C93-FF0F-900688B691E0}"/>
          </ac:spMkLst>
        </pc:spChg>
        <pc:spChg chg="mod">
          <ac:chgData name="Berglund, Anders, Ph.D." userId="5ba1c90d-00f9-4448-8913-03c7b5a152fe" providerId="ADAL" clId="{E6ED17E5-2EDD-52D9-9481-A2103DC77AB0}" dt="2026-01-18T20:28:29.160" v="3565" actId="6549"/>
          <ac:spMkLst>
            <pc:docMk/>
            <pc:sldMk cId="1523278962" sldId="261"/>
            <ac:spMk id="3" creationId="{B94DE5A9-95EF-03A8-8EF4-9C9476C654C4}"/>
          </ac:spMkLst>
        </pc:spChg>
      </pc:sldChg>
      <pc:sldChg chg="addSp delSp modSp new mod modClrScheme chgLayout">
        <pc:chgData name="Berglund, Anders, Ph.D." userId="5ba1c90d-00f9-4448-8913-03c7b5a152fe" providerId="ADAL" clId="{E6ED17E5-2EDD-52D9-9481-A2103DC77AB0}" dt="2026-01-18T20:29:51.604" v="3571" actId="20577"/>
        <pc:sldMkLst>
          <pc:docMk/>
          <pc:sldMk cId="2154885202" sldId="262"/>
        </pc:sldMkLst>
        <pc:spChg chg="add mod">
          <ac:chgData name="Berglund, Anders, Ph.D." userId="5ba1c90d-00f9-4448-8913-03c7b5a152fe" providerId="ADAL" clId="{E6ED17E5-2EDD-52D9-9481-A2103DC77AB0}" dt="2026-01-18T20:29:51.604" v="3571" actId="20577"/>
          <ac:spMkLst>
            <pc:docMk/>
            <pc:sldMk cId="2154885202" sldId="262"/>
            <ac:spMk id="9" creationId="{4EDE6A3B-001F-0A5D-F769-94EA3D264DE1}"/>
          </ac:spMkLst>
        </pc:spChg>
        <pc:picChg chg="add mod modCrop">
          <ac:chgData name="Berglund, Anders, Ph.D." userId="5ba1c90d-00f9-4448-8913-03c7b5a152fe" providerId="ADAL" clId="{E6ED17E5-2EDD-52D9-9481-A2103DC77AB0}" dt="2026-01-16T16:34:34.109" v="230" actId="14100"/>
          <ac:picMkLst>
            <pc:docMk/>
            <pc:sldMk cId="2154885202" sldId="262"/>
            <ac:picMk id="7" creationId="{90772A88-A2E4-C1A6-28BB-592219415038}"/>
          </ac:picMkLst>
        </pc:picChg>
        <pc:picChg chg="add mod modCrop">
          <ac:chgData name="Berglund, Anders, Ph.D." userId="5ba1c90d-00f9-4448-8913-03c7b5a152fe" providerId="ADAL" clId="{E6ED17E5-2EDD-52D9-9481-A2103DC77AB0}" dt="2026-01-16T16:34:39.516" v="231" actId="1076"/>
          <ac:picMkLst>
            <pc:docMk/>
            <pc:sldMk cId="2154885202" sldId="262"/>
            <ac:picMk id="8" creationId="{BB6BEB96-F5CC-0F1B-0C8C-E547D14BC205}"/>
          </ac:picMkLst>
        </pc:picChg>
      </pc:sldChg>
      <pc:sldChg chg="addSp delSp modSp new mod">
        <pc:chgData name="Berglund, Anders, Ph.D." userId="5ba1c90d-00f9-4448-8913-03c7b5a152fe" providerId="ADAL" clId="{E6ED17E5-2EDD-52D9-9481-A2103DC77AB0}" dt="2026-01-16T21:02:36.893" v="633" actId="14100"/>
        <pc:sldMkLst>
          <pc:docMk/>
          <pc:sldMk cId="2506207327" sldId="263"/>
        </pc:sldMkLst>
        <pc:spChg chg="add mod">
          <ac:chgData name="Berglund, Anders, Ph.D." userId="5ba1c90d-00f9-4448-8913-03c7b5a152fe" providerId="ADAL" clId="{E6ED17E5-2EDD-52D9-9481-A2103DC77AB0}" dt="2026-01-16T21:02:29.159" v="632" actId="1076"/>
          <ac:spMkLst>
            <pc:docMk/>
            <pc:sldMk cId="2506207327" sldId="263"/>
            <ac:spMk id="3" creationId="{6A1328F6-97B3-CA05-D5FE-71D28212430C}"/>
          </ac:spMkLst>
        </pc:spChg>
        <pc:picChg chg="add mod">
          <ac:chgData name="Berglund, Anders, Ph.D." userId="5ba1c90d-00f9-4448-8913-03c7b5a152fe" providerId="ADAL" clId="{E6ED17E5-2EDD-52D9-9481-A2103DC77AB0}" dt="2026-01-16T21:02:36.893" v="633" actId="14100"/>
          <ac:picMkLst>
            <pc:docMk/>
            <pc:sldMk cId="2506207327" sldId="263"/>
            <ac:picMk id="4100" creationId="{A9FA4238-3458-ECFD-666F-0272076B346B}"/>
          </ac:picMkLst>
        </pc:picChg>
      </pc:sldChg>
      <pc:sldChg chg="addSp modSp new del ord">
        <pc:chgData name="Berglund, Anders, Ph.D." userId="5ba1c90d-00f9-4448-8913-03c7b5a152fe" providerId="ADAL" clId="{E6ED17E5-2EDD-52D9-9481-A2103DC77AB0}" dt="2026-01-18T20:27:52.185" v="3546" actId="2696"/>
        <pc:sldMkLst>
          <pc:docMk/>
          <pc:sldMk cId="2334158239" sldId="264"/>
        </pc:sldMkLst>
      </pc:sldChg>
      <pc:sldChg chg="addSp delSp modSp new mod">
        <pc:chgData name="Berglund, Anders, Ph.D." userId="5ba1c90d-00f9-4448-8913-03c7b5a152fe" providerId="ADAL" clId="{E6ED17E5-2EDD-52D9-9481-A2103DC77AB0}" dt="2026-01-16T23:18:22.035" v="769" actId="1076"/>
        <pc:sldMkLst>
          <pc:docMk/>
          <pc:sldMk cId="3987502872" sldId="265"/>
        </pc:sldMkLst>
        <pc:spChg chg="add mod">
          <ac:chgData name="Berglund, Anders, Ph.D." userId="5ba1c90d-00f9-4448-8913-03c7b5a152fe" providerId="ADAL" clId="{E6ED17E5-2EDD-52D9-9481-A2103DC77AB0}" dt="2026-01-16T21:18:08.937" v="761" actId="404"/>
          <ac:spMkLst>
            <pc:docMk/>
            <pc:sldMk cId="3987502872" sldId="265"/>
            <ac:spMk id="4" creationId="{A1AA8727-61EB-996A-A426-446D9DA8EF2F}"/>
          </ac:spMkLst>
        </pc:spChg>
        <pc:picChg chg="add mod">
          <ac:chgData name="Berglund, Anders, Ph.D." userId="5ba1c90d-00f9-4448-8913-03c7b5a152fe" providerId="ADAL" clId="{E6ED17E5-2EDD-52D9-9481-A2103DC77AB0}" dt="2026-01-16T23:17:56.568" v="764" actId="1076"/>
          <ac:picMkLst>
            <pc:docMk/>
            <pc:sldMk cId="3987502872" sldId="265"/>
            <ac:picMk id="5124" creationId="{F767BC18-637E-B6DE-D609-AB906081792E}"/>
          </ac:picMkLst>
        </pc:picChg>
        <pc:picChg chg="add mod">
          <ac:chgData name="Berglund, Anders, Ph.D." userId="5ba1c90d-00f9-4448-8913-03c7b5a152fe" providerId="ADAL" clId="{E6ED17E5-2EDD-52D9-9481-A2103DC77AB0}" dt="2026-01-16T23:18:15.005" v="767" actId="1076"/>
          <ac:picMkLst>
            <pc:docMk/>
            <pc:sldMk cId="3987502872" sldId="265"/>
            <ac:picMk id="5126" creationId="{1772AEE6-8262-EA77-CC6F-B87B3EB2AEC6}"/>
          </ac:picMkLst>
        </pc:picChg>
        <pc:picChg chg="add mod">
          <ac:chgData name="Berglund, Anders, Ph.D." userId="5ba1c90d-00f9-4448-8913-03c7b5a152fe" providerId="ADAL" clId="{E6ED17E5-2EDD-52D9-9481-A2103DC77AB0}" dt="2026-01-16T23:18:19.382" v="768" actId="1076"/>
          <ac:picMkLst>
            <pc:docMk/>
            <pc:sldMk cId="3987502872" sldId="265"/>
            <ac:picMk id="5128" creationId="{A7B471C7-0E7B-59EF-EC43-CC6FE02BEFE7}"/>
          </ac:picMkLst>
        </pc:picChg>
        <pc:picChg chg="add mod">
          <ac:chgData name="Berglund, Anders, Ph.D." userId="5ba1c90d-00f9-4448-8913-03c7b5a152fe" providerId="ADAL" clId="{E6ED17E5-2EDD-52D9-9481-A2103DC77AB0}" dt="2026-01-16T23:18:22.035" v="769" actId="1076"/>
          <ac:picMkLst>
            <pc:docMk/>
            <pc:sldMk cId="3987502872" sldId="265"/>
            <ac:picMk id="5130" creationId="{78182F80-9ADB-61A6-B98B-40D6BAC175D7}"/>
          </ac:picMkLst>
        </pc:picChg>
        <pc:picChg chg="add mod">
          <ac:chgData name="Berglund, Anders, Ph.D." userId="5ba1c90d-00f9-4448-8913-03c7b5a152fe" providerId="ADAL" clId="{E6ED17E5-2EDD-52D9-9481-A2103DC77AB0}" dt="2026-01-16T23:17:53.514" v="763" actId="1076"/>
          <ac:picMkLst>
            <pc:docMk/>
            <pc:sldMk cId="3987502872" sldId="265"/>
            <ac:picMk id="5132" creationId="{0BF37656-A53E-19DE-F216-BF1AE881F825}"/>
          </ac:picMkLst>
        </pc:picChg>
      </pc:sldChg>
      <pc:sldChg chg="addSp delSp modSp new mod modClrScheme chgLayout">
        <pc:chgData name="Berglund, Anders, Ph.D." userId="5ba1c90d-00f9-4448-8913-03c7b5a152fe" providerId="ADAL" clId="{E6ED17E5-2EDD-52D9-9481-A2103DC77AB0}" dt="2026-01-17T18:56:50.856" v="1375" actId="14100"/>
        <pc:sldMkLst>
          <pc:docMk/>
          <pc:sldMk cId="1359269626" sldId="266"/>
        </pc:sldMkLst>
        <pc:spChg chg="add mod">
          <ac:chgData name="Berglund, Anders, Ph.D." userId="5ba1c90d-00f9-4448-8913-03c7b5a152fe" providerId="ADAL" clId="{E6ED17E5-2EDD-52D9-9481-A2103DC77AB0}" dt="2026-01-17T18:15:03.874" v="1295" actId="20577"/>
          <ac:spMkLst>
            <pc:docMk/>
            <pc:sldMk cId="1359269626" sldId="266"/>
            <ac:spMk id="2" creationId="{DBE1259B-570E-386D-9083-8D7D31554B0E}"/>
          </ac:spMkLst>
        </pc:spChg>
        <pc:spChg chg="add mod">
          <ac:chgData name="Berglund, Anders, Ph.D." userId="5ba1c90d-00f9-4448-8913-03c7b5a152fe" providerId="ADAL" clId="{E6ED17E5-2EDD-52D9-9481-A2103DC77AB0}" dt="2026-01-17T18:15:51.420" v="1297"/>
          <ac:spMkLst>
            <pc:docMk/>
            <pc:sldMk cId="1359269626" sldId="266"/>
            <ac:spMk id="3" creationId="{F607BE4B-C9C8-714F-D3F6-BB3C4DDE7FA2}"/>
          </ac:spMkLst>
        </pc:spChg>
        <pc:spChg chg="add mod">
          <ac:chgData name="Berglund, Anders, Ph.D." userId="5ba1c90d-00f9-4448-8913-03c7b5a152fe" providerId="ADAL" clId="{E6ED17E5-2EDD-52D9-9481-A2103DC77AB0}" dt="2026-01-17T18:56:50.856" v="1375" actId="14100"/>
          <ac:spMkLst>
            <pc:docMk/>
            <pc:sldMk cId="1359269626" sldId="266"/>
            <ac:spMk id="9" creationId="{08BB41B9-1752-D366-A9B2-5C5DD272EE41}"/>
          </ac:spMkLst>
        </pc:spChg>
        <pc:picChg chg="add mod">
          <ac:chgData name="Berglund, Anders, Ph.D." userId="5ba1c90d-00f9-4448-8913-03c7b5a152fe" providerId="ADAL" clId="{E6ED17E5-2EDD-52D9-9481-A2103DC77AB0}" dt="2026-01-17T18:55:16.653" v="1358" actId="1076"/>
          <ac:picMkLst>
            <pc:docMk/>
            <pc:sldMk cId="1359269626" sldId="266"/>
            <ac:picMk id="5" creationId="{7D811188-ECCE-565C-7D71-C9B213BAE619}"/>
          </ac:picMkLst>
        </pc:picChg>
      </pc:sldChg>
      <pc:sldChg chg="addSp modSp new">
        <pc:chgData name="Berglund, Anders, Ph.D." userId="5ba1c90d-00f9-4448-8913-03c7b5a152fe" providerId="ADAL" clId="{E6ED17E5-2EDD-52D9-9481-A2103DC77AB0}" dt="2026-01-17T19:46:33.090" v="1916" actId="14100"/>
        <pc:sldMkLst>
          <pc:docMk/>
          <pc:sldMk cId="4048010279" sldId="267"/>
        </pc:sldMkLst>
        <pc:picChg chg="add mod">
          <ac:chgData name="Berglund, Anders, Ph.D." userId="5ba1c90d-00f9-4448-8913-03c7b5a152fe" providerId="ADAL" clId="{E6ED17E5-2EDD-52D9-9481-A2103DC77AB0}" dt="2026-01-17T19:46:33.090" v="1916" actId="14100"/>
          <ac:picMkLst>
            <pc:docMk/>
            <pc:sldMk cId="4048010279" sldId="267"/>
            <ac:picMk id="6146" creationId="{D931CE3E-68B9-C012-117B-613B2BFC97F1}"/>
          </ac:picMkLst>
        </pc:picChg>
      </pc:sldChg>
      <pc:sldChg chg="addSp delSp modSp new mod ord">
        <pc:chgData name="Berglund, Anders, Ph.D." userId="5ba1c90d-00f9-4448-8913-03c7b5a152fe" providerId="ADAL" clId="{E6ED17E5-2EDD-52D9-9481-A2103DC77AB0}" dt="2026-01-17T16:23:12.445" v="880" actId="20578"/>
        <pc:sldMkLst>
          <pc:docMk/>
          <pc:sldMk cId="722790593" sldId="268"/>
        </pc:sldMkLst>
        <pc:spChg chg="mod">
          <ac:chgData name="Berglund, Anders, Ph.D." userId="5ba1c90d-00f9-4448-8913-03c7b5a152fe" providerId="ADAL" clId="{E6ED17E5-2EDD-52D9-9481-A2103DC77AB0}" dt="2026-01-17T16:18:02.852" v="860" actId="1035"/>
          <ac:spMkLst>
            <pc:docMk/>
            <pc:sldMk cId="722790593" sldId="268"/>
            <ac:spMk id="2" creationId="{E4468B33-2105-0822-E938-B8000C5ADDF4}"/>
          </ac:spMkLst>
        </pc:spChg>
        <pc:spChg chg="add mod">
          <ac:chgData name="Berglund, Anders, Ph.D." userId="5ba1c90d-00f9-4448-8913-03c7b5a152fe" providerId="ADAL" clId="{E6ED17E5-2EDD-52D9-9481-A2103DC77AB0}" dt="2026-01-17T16:17:23.443" v="836" actId="1076"/>
          <ac:spMkLst>
            <pc:docMk/>
            <pc:sldMk cId="722790593" sldId="268"/>
            <ac:spMk id="5" creationId="{93554122-A87B-D618-4C1E-64F463CFDFAA}"/>
          </ac:spMkLst>
        </pc:spChg>
        <pc:spChg chg="add mod">
          <ac:chgData name="Berglund, Anders, Ph.D." userId="5ba1c90d-00f9-4448-8913-03c7b5a152fe" providerId="ADAL" clId="{E6ED17E5-2EDD-52D9-9481-A2103DC77AB0}" dt="2026-01-17T16:22:47.043" v="879" actId="14100"/>
          <ac:spMkLst>
            <pc:docMk/>
            <pc:sldMk cId="722790593" sldId="268"/>
            <ac:spMk id="9" creationId="{E2A3DC86-6B56-D010-BB91-B1AD69FD8627}"/>
          </ac:spMkLst>
        </pc:spChg>
        <pc:picChg chg="add mod">
          <ac:chgData name="Berglund, Anders, Ph.D." userId="5ba1c90d-00f9-4448-8913-03c7b5a152fe" providerId="ADAL" clId="{E6ED17E5-2EDD-52D9-9481-A2103DC77AB0}" dt="2026-01-17T16:22:28.853" v="875" actId="14100"/>
          <ac:picMkLst>
            <pc:docMk/>
            <pc:sldMk cId="722790593" sldId="268"/>
            <ac:picMk id="7170" creationId="{4E4B590A-0E76-0111-E463-F07B144279CB}"/>
          </ac:picMkLst>
        </pc:picChg>
      </pc:sldChg>
      <pc:sldChg chg="addSp delSp modSp new mod ord">
        <pc:chgData name="Berglund, Anders, Ph.D." userId="5ba1c90d-00f9-4448-8913-03c7b5a152fe" providerId="ADAL" clId="{E6ED17E5-2EDD-52D9-9481-A2103DC77AB0}" dt="2026-01-19T13:21:50.016" v="4531" actId="20577"/>
        <pc:sldMkLst>
          <pc:docMk/>
          <pc:sldMk cId="2763643230" sldId="269"/>
        </pc:sldMkLst>
        <pc:spChg chg="mod">
          <ac:chgData name="Berglund, Anders, Ph.D." userId="5ba1c90d-00f9-4448-8913-03c7b5a152fe" providerId="ADAL" clId="{E6ED17E5-2EDD-52D9-9481-A2103DC77AB0}" dt="2026-01-19T13:21:50.016" v="4531" actId="20577"/>
          <ac:spMkLst>
            <pc:docMk/>
            <pc:sldMk cId="2763643230" sldId="269"/>
            <ac:spMk id="3" creationId="{EC957167-ABA1-F20A-C441-7CA2BD994848}"/>
          </ac:spMkLst>
        </pc:spChg>
        <pc:spChg chg="add mod">
          <ac:chgData name="Berglund, Anders, Ph.D." userId="5ba1c90d-00f9-4448-8913-03c7b5a152fe" providerId="ADAL" clId="{E6ED17E5-2EDD-52D9-9481-A2103DC77AB0}" dt="2026-01-17T17:12:02.532" v="1275" actId="1076"/>
          <ac:spMkLst>
            <pc:docMk/>
            <pc:sldMk cId="2763643230" sldId="269"/>
            <ac:spMk id="10" creationId="{9A13805A-BF1B-D193-C582-04DBF53FE300}"/>
          </ac:spMkLst>
        </pc:spChg>
        <pc:picChg chg="add mod">
          <ac:chgData name="Berglund, Anders, Ph.D." userId="5ba1c90d-00f9-4448-8913-03c7b5a152fe" providerId="ADAL" clId="{E6ED17E5-2EDD-52D9-9481-A2103DC77AB0}" dt="2026-01-17T17:11:27.096" v="1267" actId="14100"/>
          <ac:picMkLst>
            <pc:docMk/>
            <pc:sldMk cId="2763643230" sldId="269"/>
            <ac:picMk id="8197" creationId="{4BD56C24-9AF4-83B2-26D6-770FEDA892D7}"/>
          </ac:picMkLst>
        </pc:picChg>
      </pc:sldChg>
      <pc:sldChg chg="addSp modSp new mod">
        <pc:chgData name="Berglund, Anders, Ph.D." userId="5ba1c90d-00f9-4448-8913-03c7b5a152fe" providerId="ADAL" clId="{E6ED17E5-2EDD-52D9-9481-A2103DC77AB0}" dt="2026-01-17T19:00:41.373" v="1378" actId="1076"/>
        <pc:sldMkLst>
          <pc:docMk/>
          <pc:sldMk cId="2446577857" sldId="270"/>
        </pc:sldMkLst>
        <pc:spChg chg="mod">
          <ac:chgData name="Berglund, Anders, Ph.D." userId="5ba1c90d-00f9-4448-8913-03c7b5a152fe" providerId="ADAL" clId="{E6ED17E5-2EDD-52D9-9481-A2103DC77AB0}" dt="2026-01-17T18:53:56.464" v="1356" actId="313"/>
          <ac:spMkLst>
            <pc:docMk/>
            <pc:sldMk cId="2446577857" sldId="270"/>
            <ac:spMk id="2" creationId="{8AA52C4E-918D-3153-E883-897BA38C084C}"/>
          </ac:spMkLst>
        </pc:spChg>
        <pc:spChg chg="mod">
          <ac:chgData name="Berglund, Anders, Ph.D." userId="5ba1c90d-00f9-4448-8913-03c7b5a152fe" providerId="ADAL" clId="{E6ED17E5-2EDD-52D9-9481-A2103DC77AB0}" dt="2026-01-17T18:53:27.417" v="1304" actId="113"/>
          <ac:spMkLst>
            <pc:docMk/>
            <pc:sldMk cId="2446577857" sldId="270"/>
            <ac:spMk id="3" creationId="{B039A310-AEE8-2815-D0E1-2E1686F27C75}"/>
          </ac:spMkLst>
        </pc:spChg>
        <pc:spChg chg="add mod">
          <ac:chgData name="Berglund, Anders, Ph.D." userId="5ba1c90d-00f9-4448-8913-03c7b5a152fe" providerId="ADAL" clId="{E6ED17E5-2EDD-52D9-9481-A2103DC77AB0}" dt="2026-01-17T19:00:41.373" v="1378" actId="1076"/>
          <ac:spMkLst>
            <pc:docMk/>
            <pc:sldMk cId="2446577857" sldId="270"/>
            <ac:spMk id="4" creationId="{5E148807-69D7-09D3-572E-797EF7C54E9F}"/>
          </ac:spMkLst>
        </pc:spChg>
      </pc:sldChg>
      <pc:sldChg chg="addSp modSp new mod">
        <pc:chgData name="Berglund, Anders, Ph.D." userId="5ba1c90d-00f9-4448-8913-03c7b5a152fe" providerId="ADAL" clId="{E6ED17E5-2EDD-52D9-9481-A2103DC77AB0}" dt="2026-01-18T22:13:59.351" v="4323" actId="14100"/>
        <pc:sldMkLst>
          <pc:docMk/>
          <pc:sldMk cId="515163799" sldId="271"/>
        </pc:sldMkLst>
        <pc:spChg chg="mod">
          <ac:chgData name="Berglund, Anders, Ph.D." userId="5ba1c90d-00f9-4448-8913-03c7b5a152fe" providerId="ADAL" clId="{E6ED17E5-2EDD-52D9-9481-A2103DC77AB0}" dt="2026-01-18T22:13:50.670" v="4319" actId="14100"/>
          <ac:spMkLst>
            <pc:docMk/>
            <pc:sldMk cId="515163799" sldId="271"/>
            <ac:spMk id="2" creationId="{B171BFEC-9080-B1D8-5731-3A14ACE7571E}"/>
          </ac:spMkLst>
        </pc:spChg>
        <pc:spChg chg="mod">
          <ac:chgData name="Berglund, Anders, Ph.D." userId="5ba1c90d-00f9-4448-8913-03c7b5a152fe" providerId="ADAL" clId="{E6ED17E5-2EDD-52D9-9481-A2103DC77AB0}" dt="2026-01-18T22:12:44.145" v="4310" actId="27636"/>
          <ac:spMkLst>
            <pc:docMk/>
            <pc:sldMk cId="515163799" sldId="271"/>
            <ac:spMk id="3" creationId="{968416E7-13A9-41C1-7481-EA2A4F8D4F0C}"/>
          </ac:spMkLst>
        </pc:spChg>
        <pc:spChg chg="add mod">
          <ac:chgData name="Berglund, Anders, Ph.D." userId="5ba1c90d-00f9-4448-8913-03c7b5a152fe" providerId="ADAL" clId="{E6ED17E5-2EDD-52D9-9481-A2103DC77AB0}" dt="2026-01-18T22:13:08.816" v="4315" actId="1076"/>
          <ac:spMkLst>
            <pc:docMk/>
            <pc:sldMk cId="515163799" sldId="271"/>
            <ac:spMk id="5" creationId="{F6ADB0B1-9B20-D4F9-A3FF-2C147F73BA41}"/>
          </ac:spMkLst>
        </pc:spChg>
        <pc:picChg chg="add mod">
          <ac:chgData name="Berglund, Anders, Ph.D." userId="5ba1c90d-00f9-4448-8913-03c7b5a152fe" providerId="ADAL" clId="{E6ED17E5-2EDD-52D9-9481-A2103DC77AB0}" dt="2026-01-18T22:13:59.351" v="4323" actId="14100"/>
          <ac:picMkLst>
            <pc:docMk/>
            <pc:sldMk cId="515163799" sldId="271"/>
            <ac:picMk id="1026" creationId="{9FA5BF50-2986-C5C9-8091-4189FE08DCC0}"/>
          </ac:picMkLst>
        </pc:picChg>
      </pc:sldChg>
      <pc:sldChg chg="addSp modSp new mod">
        <pc:chgData name="Berglund, Anders, Ph.D." userId="5ba1c90d-00f9-4448-8913-03c7b5a152fe" providerId="ADAL" clId="{E6ED17E5-2EDD-52D9-9481-A2103DC77AB0}" dt="2026-01-18T22:20:13.152" v="4490" actId="20577"/>
        <pc:sldMkLst>
          <pc:docMk/>
          <pc:sldMk cId="3618148195" sldId="272"/>
        </pc:sldMkLst>
        <pc:spChg chg="mod">
          <ac:chgData name="Berglund, Anders, Ph.D." userId="5ba1c90d-00f9-4448-8913-03c7b5a152fe" providerId="ADAL" clId="{E6ED17E5-2EDD-52D9-9481-A2103DC77AB0}" dt="2026-01-17T19:23:19.843" v="1448" actId="313"/>
          <ac:spMkLst>
            <pc:docMk/>
            <pc:sldMk cId="3618148195" sldId="272"/>
            <ac:spMk id="2" creationId="{8216691B-1BF4-C4F0-3450-A098694913FC}"/>
          </ac:spMkLst>
        </pc:spChg>
        <pc:spChg chg="mod">
          <ac:chgData name="Berglund, Anders, Ph.D." userId="5ba1c90d-00f9-4448-8913-03c7b5a152fe" providerId="ADAL" clId="{E6ED17E5-2EDD-52D9-9481-A2103DC77AB0}" dt="2026-01-18T22:20:13.152" v="4490" actId="20577"/>
          <ac:spMkLst>
            <pc:docMk/>
            <pc:sldMk cId="3618148195" sldId="272"/>
            <ac:spMk id="3" creationId="{90D2F15B-CC95-8E8A-786D-BF5D56B2DAC2}"/>
          </ac:spMkLst>
        </pc:spChg>
        <pc:spChg chg="add mod">
          <ac:chgData name="Berglund, Anders, Ph.D." userId="5ba1c90d-00f9-4448-8913-03c7b5a152fe" providerId="ADAL" clId="{E6ED17E5-2EDD-52D9-9481-A2103DC77AB0}" dt="2026-01-17T19:44:59.070" v="1910" actId="14100"/>
          <ac:spMkLst>
            <pc:docMk/>
            <pc:sldMk cId="3618148195" sldId="272"/>
            <ac:spMk id="5" creationId="{1CF437C0-20C9-F242-9840-99B03B4122A8}"/>
          </ac:spMkLst>
        </pc:spChg>
      </pc:sldChg>
      <pc:sldChg chg="addSp modSp new mod modClrScheme chgLayout">
        <pc:chgData name="Berglund, Anders, Ph.D." userId="5ba1c90d-00f9-4448-8913-03c7b5a152fe" providerId="ADAL" clId="{E6ED17E5-2EDD-52D9-9481-A2103DC77AB0}" dt="2026-01-17T20:44:00.169" v="2262" actId="12"/>
        <pc:sldMkLst>
          <pc:docMk/>
          <pc:sldMk cId="3867486002" sldId="273"/>
        </pc:sldMkLst>
        <pc:spChg chg="add mod">
          <ac:chgData name="Berglund, Anders, Ph.D." userId="5ba1c90d-00f9-4448-8913-03c7b5a152fe" providerId="ADAL" clId="{E6ED17E5-2EDD-52D9-9481-A2103DC77AB0}" dt="2026-01-17T20:28:06.712" v="2054" actId="1076"/>
          <ac:spMkLst>
            <pc:docMk/>
            <pc:sldMk cId="3867486002" sldId="273"/>
            <ac:spMk id="2" creationId="{0DF4FB79-7B60-01A7-2437-C4EA072C6C8F}"/>
          </ac:spMkLst>
        </pc:spChg>
        <pc:spChg chg="add mod">
          <ac:chgData name="Berglund, Anders, Ph.D." userId="5ba1c90d-00f9-4448-8913-03c7b5a152fe" providerId="ADAL" clId="{E6ED17E5-2EDD-52D9-9481-A2103DC77AB0}" dt="2026-01-17T20:44:00.169" v="2262" actId="12"/>
          <ac:spMkLst>
            <pc:docMk/>
            <pc:sldMk cId="3867486002" sldId="273"/>
            <ac:spMk id="3" creationId="{4FA399FE-1CCF-BA64-D6FE-770AE3E9C2FF}"/>
          </ac:spMkLst>
        </pc:spChg>
        <pc:spChg chg="add mod">
          <ac:chgData name="Berglund, Anders, Ph.D." userId="5ba1c90d-00f9-4448-8913-03c7b5a152fe" providerId="ADAL" clId="{E6ED17E5-2EDD-52D9-9481-A2103DC77AB0}" dt="2026-01-17T20:43:42.760" v="2261" actId="1076"/>
          <ac:spMkLst>
            <pc:docMk/>
            <pc:sldMk cId="3867486002" sldId="273"/>
            <ac:spMk id="5" creationId="{0FD11969-4FF4-0E6B-9D99-D6C2505499CD}"/>
          </ac:spMkLst>
        </pc:spChg>
        <pc:spChg chg="add mod">
          <ac:chgData name="Berglund, Anders, Ph.D." userId="5ba1c90d-00f9-4448-8913-03c7b5a152fe" providerId="ADAL" clId="{E6ED17E5-2EDD-52D9-9481-A2103DC77AB0}" dt="2026-01-17T20:39:00.984" v="2247"/>
          <ac:spMkLst>
            <pc:docMk/>
            <pc:sldMk cId="3867486002" sldId="273"/>
            <ac:spMk id="7" creationId="{96FFDC0C-99CB-1675-99F8-B2F53D194336}"/>
          </ac:spMkLst>
        </pc:spChg>
        <pc:picChg chg="add mod">
          <ac:chgData name="Berglund, Anders, Ph.D." userId="5ba1c90d-00f9-4448-8913-03c7b5a152fe" providerId="ADAL" clId="{E6ED17E5-2EDD-52D9-9481-A2103DC77AB0}" dt="2026-01-17T20:43:04.760" v="2260" actId="14100"/>
          <ac:picMkLst>
            <pc:docMk/>
            <pc:sldMk cId="3867486002" sldId="273"/>
            <ac:picMk id="9218" creationId="{79249693-8BB3-E68C-9323-A771097A1374}"/>
          </ac:picMkLst>
        </pc:picChg>
      </pc:sldChg>
      <pc:sldChg chg="addSp delSp modSp new mod">
        <pc:chgData name="Berglund, Anders, Ph.D." userId="5ba1c90d-00f9-4448-8913-03c7b5a152fe" providerId="ADAL" clId="{E6ED17E5-2EDD-52D9-9481-A2103DC77AB0}" dt="2026-01-18T22:25:05.325" v="4497"/>
        <pc:sldMkLst>
          <pc:docMk/>
          <pc:sldMk cId="235706438" sldId="274"/>
        </pc:sldMkLst>
        <pc:spChg chg="mod">
          <ac:chgData name="Berglund, Anders, Ph.D." userId="5ba1c90d-00f9-4448-8913-03c7b5a152fe" providerId="ADAL" clId="{E6ED17E5-2EDD-52D9-9481-A2103DC77AB0}" dt="2026-01-17T20:45:07.872" v="2311" actId="20577"/>
          <ac:spMkLst>
            <pc:docMk/>
            <pc:sldMk cId="235706438" sldId="274"/>
            <ac:spMk id="2" creationId="{BF119BC9-CA52-7811-9C0E-240674D93341}"/>
          </ac:spMkLst>
        </pc:spChg>
        <pc:spChg chg="mod">
          <ac:chgData name="Berglund, Anders, Ph.D." userId="5ba1c90d-00f9-4448-8913-03c7b5a152fe" providerId="ADAL" clId="{E6ED17E5-2EDD-52D9-9481-A2103DC77AB0}" dt="2026-01-18T16:08:36.959" v="2853" actId="20577"/>
          <ac:spMkLst>
            <pc:docMk/>
            <pc:sldMk cId="235706438" sldId="274"/>
            <ac:spMk id="3" creationId="{29114E08-045F-70D0-6C67-9531912295D1}"/>
          </ac:spMkLst>
        </pc:spChg>
        <pc:spChg chg="add mod">
          <ac:chgData name="Berglund, Anders, Ph.D." userId="5ba1c90d-00f9-4448-8913-03c7b5a152fe" providerId="ADAL" clId="{E6ED17E5-2EDD-52D9-9481-A2103DC77AB0}" dt="2026-01-18T16:08:48.318" v="2855" actId="255"/>
          <ac:spMkLst>
            <pc:docMk/>
            <pc:sldMk cId="235706438" sldId="274"/>
            <ac:spMk id="5" creationId="{8C000989-760A-2FD5-3BC4-CBD98A9F4BEF}"/>
          </ac:spMkLst>
        </pc:spChg>
        <pc:spChg chg="add del">
          <ac:chgData name="Berglund, Anders, Ph.D." userId="5ba1c90d-00f9-4448-8913-03c7b5a152fe" providerId="ADAL" clId="{E6ED17E5-2EDD-52D9-9481-A2103DC77AB0}" dt="2026-01-18T22:22:00.227" v="4492" actId="478"/>
          <ac:spMkLst>
            <pc:docMk/>
            <pc:sldMk cId="235706438" sldId="274"/>
            <ac:spMk id="6" creationId="{4A2BE603-9D12-27A9-E2E6-FD7B8300E661}"/>
          </ac:spMkLst>
        </pc:spChg>
        <pc:picChg chg="add mod">
          <ac:chgData name="Berglund, Anders, Ph.D." userId="5ba1c90d-00f9-4448-8913-03c7b5a152fe" providerId="ADAL" clId="{E6ED17E5-2EDD-52D9-9481-A2103DC77AB0}" dt="2026-01-18T22:25:05.325" v="4497"/>
          <ac:picMkLst>
            <pc:docMk/>
            <pc:sldMk cId="235706438" sldId="274"/>
            <ac:picMk id="2050" creationId="{7CCC591D-90D3-1278-A1C4-49A7AA1BD6F3}"/>
          </ac:picMkLst>
        </pc:picChg>
      </pc:sldChg>
      <pc:sldChg chg="addSp delSp modSp new mod">
        <pc:chgData name="Berglund, Anders, Ph.D." userId="5ba1c90d-00f9-4448-8913-03c7b5a152fe" providerId="ADAL" clId="{E6ED17E5-2EDD-52D9-9481-A2103DC77AB0}" dt="2026-01-19T13:23:55.390" v="4537" actId="20577"/>
        <pc:sldMkLst>
          <pc:docMk/>
          <pc:sldMk cId="3793067668" sldId="275"/>
        </pc:sldMkLst>
        <pc:spChg chg="mod">
          <ac:chgData name="Berglund, Anders, Ph.D." userId="5ba1c90d-00f9-4448-8913-03c7b5a152fe" providerId="ADAL" clId="{E6ED17E5-2EDD-52D9-9481-A2103DC77AB0}" dt="2026-01-18T02:18:03.686" v="2607" actId="1076"/>
          <ac:spMkLst>
            <pc:docMk/>
            <pc:sldMk cId="3793067668" sldId="275"/>
            <ac:spMk id="2" creationId="{83357FFA-8BFF-B698-4A0E-8085D802C158}"/>
          </ac:spMkLst>
        </pc:spChg>
        <pc:spChg chg="del mod">
          <ac:chgData name="Berglund, Anders, Ph.D." userId="5ba1c90d-00f9-4448-8913-03c7b5a152fe" providerId="ADAL" clId="{E6ED17E5-2EDD-52D9-9481-A2103DC77AB0}" dt="2026-01-18T02:16:23.277" v="2590" actId="478"/>
          <ac:spMkLst>
            <pc:docMk/>
            <pc:sldMk cId="3793067668" sldId="275"/>
            <ac:spMk id="3" creationId="{7CE53B9D-1523-C841-C79A-D2DA206C6269}"/>
          </ac:spMkLst>
        </pc:spChg>
        <pc:spChg chg="add del mod">
          <ac:chgData name="Berglund, Anders, Ph.D." userId="5ba1c90d-00f9-4448-8913-03c7b5a152fe" providerId="ADAL" clId="{E6ED17E5-2EDD-52D9-9481-A2103DC77AB0}" dt="2026-01-18T02:20:37.961" v="2617" actId="478"/>
          <ac:spMkLst>
            <pc:docMk/>
            <pc:sldMk cId="3793067668" sldId="275"/>
            <ac:spMk id="5" creationId="{7A738366-637B-7588-E69B-C45B6743FB54}"/>
          </ac:spMkLst>
        </pc:spChg>
        <pc:spChg chg="add mod">
          <ac:chgData name="Berglund, Anders, Ph.D." userId="5ba1c90d-00f9-4448-8913-03c7b5a152fe" providerId="ADAL" clId="{E6ED17E5-2EDD-52D9-9481-A2103DC77AB0}" dt="2026-01-18T02:17:41.666" v="2605" actId="1076"/>
          <ac:spMkLst>
            <pc:docMk/>
            <pc:sldMk cId="3793067668" sldId="275"/>
            <ac:spMk id="8" creationId="{8EA9B118-B040-1B8F-1492-BC033A737EE7}"/>
          </ac:spMkLst>
        </pc:spChg>
        <pc:spChg chg="add mod">
          <ac:chgData name="Berglund, Anders, Ph.D." userId="5ba1c90d-00f9-4448-8913-03c7b5a152fe" providerId="ADAL" clId="{E6ED17E5-2EDD-52D9-9481-A2103DC77AB0}" dt="2026-01-18T16:09:36.438" v="2857" actId="20577"/>
          <ac:spMkLst>
            <pc:docMk/>
            <pc:sldMk cId="3793067668" sldId="275"/>
            <ac:spMk id="10" creationId="{1476D71B-419D-4271-C72B-BDCB77D29BEC}"/>
          </ac:spMkLst>
        </pc:spChg>
        <pc:spChg chg="add mod">
          <ac:chgData name="Berglund, Anders, Ph.D." userId="5ba1c90d-00f9-4448-8913-03c7b5a152fe" providerId="ADAL" clId="{E6ED17E5-2EDD-52D9-9481-A2103DC77AB0}" dt="2026-01-18T02:24:10.843" v="2660" actId="554"/>
          <ac:spMkLst>
            <pc:docMk/>
            <pc:sldMk cId="3793067668" sldId="275"/>
            <ac:spMk id="11" creationId="{88828389-1200-E4A0-A0C8-6C7C7A141306}"/>
          </ac:spMkLst>
        </pc:spChg>
        <pc:spChg chg="add mod">
          <ac:chgData name="Berglund, Anders, Ph.D." userId="5ba1c90d-00f9-4448-8913-03c7b5a152fe" providerId="ADAL" clId="{E6ED17E5-2EDD-52D9-9481-A2103DC77AB0}" dt="2026-01-19T13:23:51.808" v="4536" actId="20577"/>
          <ac:spMkLst>
            <pc:docMk/>
            <pc:sldMk cId="3793067668" sldId="275"/>
            <ac:spMk id="12" creationId="{D4F6E9D5-7E35-B8AE-42A8-38DDE661E357}"/>
          </ac:spMkLst>
        </pc:spChg>
        <pc:spChg chg="add mod">
          <ac:chgData name="Berglund, Anders, Ph.D." userId="5ba1c90d-00f9-4448-8913-03c7b5a152fe" providerId="ADAL" clId="{E6ED17E5-2EDD-52D9-9481-A2103DC77AB0}" dt="2026-01-19T13:23:55.390" v="4537" actId="20577"/>
          <ac:spMkLst>
            <pc:docMk/>
            <pc:sldMk cId="3793067668" sldId="275"/>
            <ac:spMk id="13" creationId="{AC2923FB-221D-5FDF-EB58-8CDA95B57B33}"/>
          </ac:spMkLst>
        </pc:spChg>
        <pc:spChg chg="add mod">
          <ac:chgData name="Berglund, Anders, Ph.D." userId="5ba1c90d-00f9-4448-8913-03c7b5a152fe" providerId="ADAL" clId="{E6ED17E5-2EDD-52D9-9481-A2103DC77AB0}" dt="2026-01-18T02:24:10.843" v="2660" actId="554"/>
          <ac:spMkLst>
            <pc:docMk/>
            <pc:sldMk cId="3793067668" sldId="275"/>
            <ac:spMk id="14" creationId="{FC5D8157-3C5A-B185-3C39-2B80A072D513}"/>
          </ac:spMkLst>
        </pc:spChg>
        <pc:picChg chg="add del mod">
          <ac:chgData name="Berglund, Anders, Ph.D." userId="5ba1c90d-00f9-4448-8913-03c7b5a152fe" providerId="ADAL" clId="{E6ED17E5-2EDD-52D9-9481-A2103DC77AB0}" dt="2026-01-18T02:14:20.294" v="2589" actId="478"/>
          <ac:picMkLst>
            <pc:docMk/>
            <pc:sldMk cId="3793067668" sldId="275"/>
            <ac:picMk id="4" creationId="{7596FC92-795D-3E6B-7E74-732A7876D0CE}"/>
          </ac:picMkLst>
        </pc:picChg>
        <pc:picChg chg="add mod">
          <ac:chgData name="Berglund, Anders, Ph.D." userId="5ba1c90d-00f9-4448-8913-03c7b5a152fe" providerId="ADAL" clId="{E6ED17E5-2EDD-52D9-9481-A2103DC77AB0}" dt="2026-01-18T02:18:07.660" v="2609" actId="14100"/>
          <ac:picMkLst>
            <pc:docMk/>
            <pc:sldMk cId="3793067668" sldId="275"/>
            <ac:picMk id="6" creationId="{2C06E88B-8C48-A67E-3ADD-5D1C0113A302}"/>
          </ac:picMkLst>
        </pc:picChg>
        <pc:picChg chg="add del mod">
          <ac:chgData name="Berglund, Anders, Ph.D." userId="5ba1c90d-00f9-4448-8913-03c7b5a152fe" providerId="ADAL" clId="{E6ED17E5-2EDD-52D9-9481-A2103DC77AB0}" dt="2026-01-18T02:20:34.521" v="2615" actId="478"/>
          <ac:picMkLst>
            <pc:docMk/>
            <pc:sldMk cId="3793067668" sldId="275"/>
            <ac:picMk id="10242" creationId="{958452CB-9823-AE48-8EC2-20194309E7B2}"/>
          </ac:picMkLst>
        </pc:picChg>
      </pc:sldChg>
      <pc:sldChg chg="addSp modSp new del">
        <pc:chgData name="Berglund, Anders, Ph.D." userId="5ba1c90d-00f9-4448-8913-03c7b5a152fe" providerId="ADAL" clId="{E6ED17E5-2EDD-52D9-9481-A2103DC77AB0}" dt="2026-01-18T17:17:05.817" v="2975" actId="2696"/>
        <pc:sldMkLst>
          <pc:docMk/>
          <pc:sldMk cId="1610665407" sldId="276"/>
        </pc:sldMkLst>
        <pc:spChg chg="add mod">
          <ac:chgData name="Berglund, Anders, Ph.D." userId="5ba1c90d-00f9-4448-8913-03c7b5a152fe" providerId="ADAL" clId="{E6ED17E5-2EDD-52D9-9481-A2103DC77AB0}" dt="2026-01-18T02:20:30.309" v="2614"/>
          <ac:spMkLst>
            <pc:docMk/>
            <pc:sldMk cId="1610665407" sldId="276"/>
            <ac:spMk id="4" creationId="{E7322F89-793C-06FD-D741-0340304E76D9}"/>
          </ac:spMkLst>
        </pc:spChg>
        <pc:picChg chg="add mod">
          <ac:chgData name="Berglund, Anders, Ph.D." userId="5ba1c90d-00f9-4448-8913-03c7b5a152fe" providerId="ADAL" clId="{E6ED17E5-2EDD-52D9-9481-A2103DC77AB0}" dt="2026-01-18T02:20:30.309" v="2614"/>
          <ac:picMkLst>
            <pc:docMk/>
            <pc:sldMk cId="1610665407" sldId="276"/>
            <ac:picMk id="5" creationId="{50798D6F-EEAE-2273-1053-CE0D9A582E01}"/>
          </ac:picMkLst>
        </pc:picChg>
      </pc:sldChg>
      <pc:sldChg chg="addSp delSp modSp new mod">
        <pc:chgData name="Berglund, Anders, Ph.D." userId="5ba1c90d-00f9-4448-8913-03c7b5a152fe" providerId="ADAL" clId="{E6ED17E5-2EDD-52D9-9481-A2103DC77AB0}" dt="2026-01-18T02:57:26.215" v="2795" actId="1076"/>
        <pc:sldMkLst>
          <pc:docMk/>
          <pc:sldMk cId="3835729663" sldId="277"/>
        </pc:sldMkLst>
        <pc:spChg chg="del">
          <ac:chgData name="Berglund, Anders, Ph.D." userId="5ba1c90d-00f9-4448-8913-03c7b5a152fe" providerId="ADAL" clId="{E6ED17E5-2EDD-52D9-9481-A2103DC77AB0}" dt="2026-01-18T02:51:31.051" v="2716" actId="478"/>
          <ac:spMkLst>
            <pc:docMk/>
            <pc:sldMk cId="3835729663" sldId="277"/>
            <ac:spMk id="2" creationId="{49786F84-A265-4E8D-1F98-27BE286E474F}"/>
          </ac:spMkLst>
        </pc:spChg>
        <pc:spChg chg="del">
          <ac:chgData name="Berglund, Anders, Ph.D." userId="5ba1c90d-00f9-4448-8913-03c7b5a152fe" providerId="ADAL" clId="{E6ED17E5-2EDD-52D9-9481-A2103DC77AB0}" dt="2026-01-18T02:49:26.112" v="2674" actId="478"/>
          <ac:spMkLst>
            <pc:docMk/>
            <pc:sldMk cId="3835729663" sldId="277"/>
            <ac:spMk id="3" creationId="{96F7DAAF-60B6-8C76-5561-A421D543E9A5}"/>
          </ac:spMkLst>
        </pc:spChg>
        <pc:spChg chg="add mod">
          <ac:chgData name="Berglund, Anders, Ph.D." userId="5ba1c90d-00f9-4448-8913-03c7b5a152fe" providerId="ADAL" clId="{E6ED17E5-2EDD-52D9-9481-A2103DC77AB0}" dt="2026-01-18T02:57:26.215" v="2795" actId="1076"/>
          <ac:spMkLst>
            <pc:docMk/>
            <pc:sldMk cId="3835729663" sldId="277"/>
            <ac:spMk id="5" creationId="{DBC382D9-6C82-ECBF-33DA-3434BDCAA0B9}"/>
          </ac:spMkLst>
        </pc:spChg>
        <pc:spChg chg="add mod">
          <ac:chgData name="Berglund, Anders, Ph.D." userId="5ba1c90d-00f9-4448-8913-03c7b5a152fe" providerId="ADAL" clId="{E6ED17E5-2EDD-52D9-9481-A2103DC77AB0}" dt="2026-01-18T02:53:08.517" v="2732"/>
          <ac:spMkLst>
            <pc:docMk/>
            <pc:sldMk cId="3835729663" sldId="277"/>
            <ac:spMk id="7" creationId="{2258EF64-96D7-E560-A3C6-50B659184FD8}"/>
          </ac:spMkLst>
        </pc:spChg>
        <pc:spChg chg="add mod">
          <ac:chgData name="Berglund, Anders, Ph.D." userId="5ba1c90d-00f9-4448-8913-03c7b5a152fe" providerId="ADAL" clId="{E6ED17E5-2EDD-52D9-9481-A2103DC77AB0}" dt="2026-01-18T02:53:08.517" v="2732"/>
          <ac:spMkLst>
            <pc:docMk/>
            <pc:sldMk cId="3835729663" sldId="277"/>
            <ac:spMk id="8" creationId="{ADF28ECB-9844-455B-CA9B-53F9139D5192}"/>
          </ac:spMkLst>
        </pc:spChg>
        <pc:spChg chg="add mod">
          <ac:chgData name="Berglund, Anders, Ph.D." userId="5ba1c90d-00f9-4448-8913-03c7b5a152fe" providerId="ADAL" clId="{E6ED17E5-2EDD-52D9-9481-A2103DC77AB0}" dt="2026-01-18T02:57:21.821" v="2794" actId="1076"/>
          <ac:spMkLst>
            <pc:docMk/>
            <pc:sldMk cId="3835729663" sldId="277"/>
            <ac:spMk id="10" creationId="{840E3A05-69CA-9D79-3848-9B1BEB6A2D4A}"/>
          </ac:spMkLst>
        </pc:spChg>
        <pc:grpChg chg="add del mod">
          <ac:chgData name="Berglund, Anders, Ph.D." userId="5ba1c90d-00f9-4448-8913-03c7b5a152fe" providerId="ADAL" clId="{E6ED17E5-2EDD-52D9-9481-A2103DC77AB0}" dt="2026-01-18T02:53:11.138" v="2733" actId="478"/>
          <ac:grpSpMkLst>
            <pc:docMk/>
            <pc:sldMk cId="3835729663" sldId="277"/>
            <ac:grpSpMk id="6" creationId="{244641E6-6CE0-812A-896C-2E2AF253B9A1}"/>
          </ac:grpSpMkLst>
        </pc:grpChg>
        <pc:graphicFrameChg chg="add mod modGraphic">
          <ac:chgData name="Berglund, Anders, Ph.D." userId="5ba1c90d-00f9-4448-8913-03c7b5a152fe" providerId="ADAL" clId="{E6ED17E5-2EDD-52D9-9481-A2103DC77AB0}" dt="2026-01-18T02:52:57.321" v="2731"/>
          <ac:graphicFrameMkLst>
            <pc:docMk/>
            <pc:sldMk cId="3835729663" sldId="277"/>
            <ac:graphicFrameMk id="4" creationId="{341E2A15-5ABC-D621-8E62-803E04B8D872}"/>
          </ac:graphicFrameMkLst>
        </pc:graphicFrameChg>
        <pc:graphicFrameChg chg="add mod">
          <ac:chgData name="Berglund, Anders, Ph.D." userId="5ba1c90d-00f9-4448-8913-03c7b5a152fe" providerId="ADAL" clId="{E6ED17E5-2EDD-52D9-9481-A2103DC77AB0}" dt="2026-01-18T02:56:38.887" v="2783"/>
          <ac:graphicFrameMkLst>
            <pc:docMk/>
            <pc:sldMk cId="3835729663" sldId="277"/>
            <ac:graphicFrameMk id="9" creationId="{2F66BF38-710B-3734-9C4D-390B847419B8}"/>
          </ac:graphicFrameMkLst>
        </pc:graphicFrameChg>
      </pc:sldChg>
      <pc:sldChg chg="addSp delSp modSp new del mod">
        <pc:chgData name="Berglund, Anders, Ph.D." userId="5ba1c90d-00f9-4448-8913-03c7b5a152fe" providerId="ADAL" clId="{E6ED17E5-2EDD-52D9-9481-A2103DC77AB0}" dt="2026-01-18T22:26:22.158" v="4502" actId="2696"/>
        <pc:sldMkLst>
          <pc:docMk/>
          <pc:sldMk cId="98466134" sldId="278"/>
        </pc:sldMkLst>
        <pc:spChg chg="mod">
          <ac:chgData name="Berglund, Anders, Ph.D." userId="5ba1c90d-00f9-4448-8913-03c7b5a152fe" providerId="ADAL" clId="{E6ED17E5-2EDD-52D9-9481-A2103DC77AB0}" dt="2026-01-18T02:58:37.011" v="2821" actId="20577"/>
          <ac:spMkLst>
            <pc:docMk/>
            <pc:sldMk cId="98466134" sldId="278"/>
            <ac:spMk id="2" creationId="{8506C3BA-C3F5-7C72-C4DC-E971F2BCAB29}"/>
          </ac:spMkLst>
        </pc:spChg>
        <pc:spChg chg="add del mod">
          <ac:chgData name="Berglund, Anders, Ph.D." userId="5ba1c90d-00f9-4448-8913-03c7b5a152fe" providerId="ADAL" clId="{E6ED17E5-2EDD-52D9-9481-A2103DC77AB0}" dt="2026-01-18T22:25:45.933" v="4499" actId="27636"/>
          <ac:spMkLst>
            <pc:docMk/>
            <pc:sldMk cId="98466134" sldId="278"/>
            <ac:spMk id="3" creationId="{440C183E-C2F0-5CD9-CF0F-DCAA6B28BAD4}"/>
          </ac:spMkLst>
        </pc:spChg>
        <pc:spChg chg="add del">
          <ac:chgData name="Berglund, Anders, Ph.D." userId="5ba1c90d-00f9-4448-8913-03c7b5a152fe" providerId="ADAL" clId="{E6ED17E5-2EDD-52D9-9481-A2103DC77AB0}" dt="2026-01-18T03:19:12.588" v="2837" actId="478"/>
          <ac:spMkLst>
            <pc:docMk/>
            <pc:sldMk cId="98466134" sldId="278"/>
            <ac:spMk id="4" creationId="{B0EF7D89-8041-E0D4-E59B-88CAEF64306E}"/>
          </ac:spMkLst>
        </pc:spChg>
        <pc:spChg chg="add mod">
          <ac:chgData name="Berglund, Anders, Ph.D." userId="5ba1c90d-00f9-4448-8913-03c7b5a152fe" providerId="ADAL" clId="{E6ED17E5-2EDD-52D9-9481-A2103DC77AB0}" dt="2026-01-18T22:26:03.863" v="4501" actId="1076"/>
          <ac:spMkLst>
            <pc:docMk/>
            <pc:sldMk cId="98466134" sldId="278"/>
            <ac:spMk id="5" creationId="{9FD79DF8-8CEB-4DB7-82AB-E37307E9BAD4}"/>
          </ac:spMkLst>
        </pc:spChg>
        <pc:spChg chg="add del mod">
          <ac:chgData name="Berglund, Anders, Ph.D." userId="5ba1c90d-00f9-4448-8913-03c7b5a152fe" providerId="ADAL" clId="{E6ED17E5-2EDD-52D9-9481-A2103DC77AB0}" dt="2026-01-18T03:19:13.234" v="2838"/>
          <ac:spMkLst>
            <pc:docMk/>
            <pc:sldMk cId="98466134" sldId="278"/>
            <ac:spMk id="5" creationId="{A9528EF4-9DA2-B152-365A-DE968B28B2D8}"/>
          </ac:spMkLst>
        </pc:spChg>
        <pc:spChg chg="add del">
          <ac:chgData name="Berglund, Anders, Ph.D." userId="5ba1c90d-00f9-4448-8913-03c7b5a152fe" providerId="ADAL" clId="{E6ED17E5-2EDD-52D9-9481-A2103DC77AB0}" dt="2026-01-18T03:19:33.862" v="2844" actId="478"/>
          <ac:spMkLst>
            <pc:docMk/>
            <pc:sldMk cId="98466134" sldId="278"/>
            <ac:spMk id="9" creationId="{101345DB-EA4B-2B68-61E2-B6A4A250DD54}"/>
          </ac:spMkLst>
        </pc:spChg>
        <pc:picChg chg="add mod">
          <ac:chgData name="Berglund, Anders, Ph.D." userId="5ba1c90d-00f9-4448-8913-03c7b5a152fe" providerId="ADAL" clId="{E6ED17E5-2EDD-52D9-9481-A2103DC77AB0}" dt="2026-01-18T03:19:12" v="2836"/>
          <ac:picMkLst>
            <pc:docMk/>
            <pc:sldMk cId="98466134" sldId="278"/>
            <ac:picMk id="7" creationId="{5838CEAA-B2B4-A2FE-ED04-4314ABEFF250}"/>
          </ac:picMkLst>
        </pc:picChg>
      </pc:sldChg>
      <pc:sldChg chg="addSp modSp new mod">
        <pc:chgData name="Berglund, Anders, Ph.D." userId="5ba1c90d-00f9-4448-8913-03c7b5a152fe" providerId="ADAL" clId="{E6ED17E5-2EDD-52D9-9481-A2103DC77AB0}" dt="2026-01-18T17:16:59.360" v="2974" actId="12"/>
        <pc:sldMkLst>
          <pc:docMk/>
          <pc:sldMk cId="1001481898" sldId="279"/>
        </pc:sldMkLst>
        <pc:spChg chg="mod">
          <ac:chgData name="Berglund, Anders, Ph.D." userId="5ba1c90d-00f9-4448-8913-03c7b5a152fe" providerId="ADAL" clId="{E6ED17E5-2EDD-52D9-9481-A2103DC77AB0}" dt="2026-01-18T17:06:18.956" v="2915"/>
          <ac:spMkLst>
            <pc:docMk/>
            <pc:sldMk cId="1001481898" sldId="279"/>
            <ac:spMk id="2" creationId="{45A09E07-5121-9858-D16C-F39F078A10C1}"/>
          </ac:spMkLst>
        </pc:spChg>
        <pc:spChg chg="mod">
          <ac:chgData name="Berglund, Anders, Ph.D." userId="5ba1c90d-00f9-4448-8913-03c7b5a152fe" providerId="ADAL" clId="{E6ED17E5-2EDD-52D9-9481-A2103DC77AB0}" dt="2026-01-18T17:15:58.855" v="2968" actId="20577"/>
          <ac:spMkLst>
            <pc:docMk/>
            <pc:sldMk cId="1001481898" sldId="279"/>
            <ac:spMk id="3" creationId="{AB3AF344-8540-A217-5E20-079F6C506D28}"/>
          </ac:spMkLst>
        </pc:spChg>
        <pc:spChg chg="add mod">
          <ac:chgData name="Berglund, Anders, Ph.D." userId="5ba1c90d-00f9-4448-8913-03c7b5a152fe" providerId="ADAL" clId="{E6ED17E5-2EDD-52D9-9481-A2103DC77AB0}" dt="2026-01-18T17:16:59.360" v="2974" actId="12"/>
          <ac:spMkLst>
            <pc:docMk/>
            <pc:sldMk cId="1001481898" sldId="279"/>
            <ac:spMk id="4" creationId="{F3D49DD2-A0F7-314E-AB78-FABCD700C28D}"/>
          </ac:spMkLst>
        </pc:spChg>
      </pc:sldChg>
      <pc:sldChg chg="addSp modSp new del mod">
        <pc:chgData name="Berglund, Anders, Ph.D." userId="5ba1c90d-00f9-4448-8913-03c7b5a152fe" providerId="ADAL" clId="{E6ED17E5-2EDD-52D9-9481-A2103DC77AB0}" dt="2026-01-18T19:44:13.798" v="3354" actId="2696"/>
        <pc:sldMkLst>
          <pc:docMk/>
          <pc:sldMk cId="1367133211" sldId="280"/>
        </pc:sldMkLst>
        <pc:spChg chg="mod">
          <ac:chgData name="Berglund, Anders, Ph.D." userId="5ba1c90d-00f9-4448-8913-03c7b5a152fe" providerId="ADAL" clId="{E6ED17E5-2EDD-52D9-9481-A2103DC77AB0}" dt="2026-01-18T17:37:12.392" v="2991" actId="20577"/>
          <ac:spMkLst>
            <pc:docMk/>
            <pc:sldMk cId="1367133211" sldId="280"/>
            <ac:spMk id="2" creationId="{95957D3C-E599-D31F-FAB7-B6B4B037CAA0}"/>
          </ac:spMkLst>
        </pc:spChg>
        <pc:spChg chg="mod">
          <ac:chgData name="Berglund, Anders, Ph.D." userId="5ba1c90d-00f9-4448-8913-03c7b5a152fe" providerId="ADAL" clId="{E6ED17E5-2EDD-52D9-9481-A2103DC77AB0}" dt="2026-01-18T19:42:57.251" v="3329" actId="15"/>
          <ac:spMkLst>
            <pc:docMk/>
            <pc:sldMk cId="1367133211" sldId="280"/>
            <ac:spMk id="3" creationId="{8B8BC1BC-AA97-B044-2461-8F0EC80CECEC}"/>
          </ac:spMkLst>
        </pc:spChg>
        <pc:spChg chg="add mod">
          <ac:chgData name="Berglund, Anders, Ph.D." userId="5ba1c90d-00f9-4448-8913-03c7b5a152fe" providerId="ADAL" clId="{E6ED17E5-2EDD-52D9-9481-A2103DC77AB0}" dt="2026-01-18T19:34:11.642" v="3270" actId="255"/>
          <ac:spMkLst>
            <pc:docMk/>
            <pc:sldMk cId="1367133211" sldId="280"/>
            <ac:spMk id="5" creationId="{0220B554-7666-574D-8B18-092D4B9BD82F}"/>
          </ac:spMkLst>
        </pc:spChg>
      </pc:sldChg>
      <pc:sldChg chg="new del">
        <pc:chgData name="Berglund, Anders, Ph.D." userId="5ba1c90d-00f9-4448-8913-03c7b5a152fe" providerId="ADAL" clId="{E6ED17E5-2EDD-52D9-9481-A2103DC77AB0}" dt="2026-01-18T18:07:12.912" v="3250" actId="2696"/>
        <pc:sldMkLst>
          <pc:docMk/>
          <pc:sldMk cId="4122511902" sldId="281"/>
        </pc:sldMkLst>
      </pc:sldChg>
      <pc:sldChg chg="addSp modSp new mod ord">
        <pc:chgData name="Berglund, Anders, Ph.D." userId="5ba1c90d-00f9-4448-8913-03c7b5a152fe" providerId="ADAL" clId="{E6ED17E5-2EDD-52D9-9481-A2103DC77AB0}" dt="2026-01-18T22:27:16.395" v="4530" actId="1076"/>
        <pc:sldMkLst>
          <pc:docMk/>
          <pc:sldMk cId="2642964593" sldId="282"/>
        </pc:sldMkLst>
        <pc:spChg chg="mod">
          <ac:chgData name="Berglund, Anders, Ph.D." userId="5ba1c90d-00f9-4448-8913-03c7b5a152fe" providerId="ADAL" clId="{E6ED17E5-2EDD-52D9-9481-A2103DC77AB0}" dt="2026-01-18T17:56:27.598" v="3058" actId="20577"/>
          <ac:spMkLst>
            <pc:docMk/>
            <pc:sldMk cId="2642964593" sldId="282"/>
            <ac:spMk id="2" creationId="{04F818DD-21FE-BB35-7CE3-129EF6B49044}"/>
          </ac:spMkLst>
        </pc:spChg>
        <pc:spChg chg="mod">
          <ac:chgData name="Berglund, Anders, Ph.D." userId="5ba1c90d-00f9-4448-8913-03c7b5a152fe" providerId="ADAL" clId="{E6ED17E5-2EDD-52D9-9481-A2103DC77AB0}" dt="2026-01-18T22:27:08.392" v="4528" actId="5793"/>
          <ac:spMkLst>
            <pc:docMk/>
            <pc:sldMk cId="2642964593" sldId="282"/>
            <ac:spMk id="3" creationId="{8504C6E6-B30E-79C9-533D-8282905B3ED0}"/>
          </ac:spMkLst>
        </pc:spChg>
        <pc:spChg chg="add mod">
          <ac:chgData name="Berglund, Anders, Ph.D." userId="5ba1c90d-00f9-4448-8913-03c7b5a152fe" providerId="ADAL" clId="{E6ED17E5-2EDD-52D9-9481-A2103DC77AB0}" dt="2026-01-18T22:27:16.395" v="4530" actId="1076"/>
          <ac:spMkLst>
            <pc:docMk/>
            <pc:sldMk cId="2642964593" sldId="282"/>
            <ac:spMk id="5" creationId="{F041A928-B2CD-83B9-2AB8-71B4B92916D4}"/>
          </ac:spMkLst>
        </pc:spChg>
      </pc:sldChg>
      <pc:sldChg chg="addSp modSp new mod">
        <pc:chgData name="Berglund, Anders, Ph.D." userId="5ba1c90d-00f9-4448-8913-03c7b5a152fe" providerId="ADAL" clId="{E6ED17E5-2EDD-52D9-9481-A2103DC77AB0}" dt="2026-01-18T21:24:50.307" v="3682" actId="113"/>
        <pc:sldMkLst>
          <pc:docMk/>
          <pc:sldMk cId="849471855" sldId="283"/>
        </pc:sldMkLst>
        <pc:spChg chg="mod">
          <ac:chgData name="Berglund, Anders, Ph.D." userId="5ba1c90d-00f9-4448-8913-03c7b5a152fe" providerId="ADAL" clId="{E6ED17E5-2EDD-52D9-9481-A2103DC77AB0}" dt="2026-01-18T20:20:05.752" v="3448" actId="20577"/>
          <ac:spMkLst>
            <pc:docMk/>
            <pc:sldMk cId="849471855" sldId="283"/>
            <ac:spMk id="2" creationId="{D4C86BAB-F0AF-2F52-B222-42EE5898CE1F}"/>
          </ac:spMkLst>
        </pc:spChg>
        <pc:spChg chg="mod">
          <ac:chgData name="Berglund, Anders, Ph.D." userId="5ba1c90d-00f9-4448-8913-03c7b5a152fe" providerId="ADAL" clId="{E6ED17E5-2EDD-52D9-9481-A2103DC77AB0}" dt="2026-01-18T21:24:50.307" v="3682" actId="113"/>
          <ac:spMkLst>
            <pc:docMk/>
            <pc:sldMk cId="849471855" sldId="283"/>
            <ac:spMk id="3" creationId="{C5278BD0-F51F-DC03-E8FD-00342EEA41E7}"/>
          </ac:spMkLst>
        </pc:spChg>
        <pc:spChg chg="add mod">
          <ac:chgData name="Berglund, Anders, Ph.D." userId="5ba1c90d-00f9-4448-8913-03c7b5a152fe" providerId="ADAL" clId="{E6ED17E5-2EDD-52D9-9481-A2103DC77AB0}" dt="2026-01-18T20:25:28.093" v="3544" actId="1076"/>
          <ac:spMkLst>
            <pc:docMk/>
            <pc:sldMk cId="849471855" sldId="283"/>
            <ac:spMk id="5" creationId="{2830C31C-3DE4-A8D4-8CC6-825033A8C41B}"/>
          </ac:spMkLst>
        </pc:spChg>
      </pc:sldChg>
      <pc:sldChg chg="modSp new mod">
        <pc:chgData name="Berglund, Anders, Ph.D." userId="5ba1c90d-00f9-4448-8913-03c7b5a152fe" providerId="ADAL" clId="{E6ED17E5-2EDD-52D9-9481-A2103DC77AB0}" dt="2026-01-18T21:24:10.924" v="3673" actId="403"/>
        <pc:sldMkLst>
          <pc:docMk/>
          <pc:sldMk cId="3528638872" sldId="284"/>
        </pc:sldMkLst>
        <pc:spChg chg="mod">
          <ac:chgData name="Berglund, Anders, Ph.D." userId="5ba1c90d-00f9-4448-8913-03c7b5a152fe" providerId="ADAL" clId="{E6ED17E5-2EDD-52D9-9481-A2103DC77AB0}" dt="2026-01-18T21:09:14.831" v="3613" actId="20577"/>
          <ac:spMkLst>
            <pc:docMk/>
            <pc:sldMk cId="3528638872" sldId="284"/>
            <ac:spMk id="2" creationId="{3176473D-388E-4DCC-BA3A-6A47D74D7D03}"/>
          </ac:spMkLst>
        </pc:spChg>
        <pc:spChg chg="mod">
          <ac:chgData name="Berglund, Anders, Ph.D." userId="5ba1c90d-00f9-4448-8913-03c7b5a152fe" providerId="ADAL" clId="{E6ED17E5-2EDD-52D9-9481-A2103DC77AB0}" dt="2026-01-18T21:24:10.924" v="3673" actId="403"/>
          <ac:spMkLst>
            <pc:docMk/>
            <pc:sldMk cId="3528638872" sldId="284"/>
            <ac:spMk id="3" creationId="{4D419143-2CFA-678C-DBFA-F535B0343AF8}"/>
          </ac:spMkLst>
        </pc:spChg>
      </pc:sldChg>
      <pc:sldChg chg="addSp modSp new mod">
        <pc:chgData name="Berglund, Anders, Ph.D." userId="5ba1c90d-00f9-4448-8913-03c7b5a152fe" providerId="ADAL" clId="{E6ED17E5-2EDD-52D9-9481-A2103DC77AB0}" dt="2026-01-18T21:23:08.876" v="3670" actId="1076"/>
        <pc:sldMkLst>
          <pc:docMk/>
          <pc:sldMk cId="2277501562" sldId="285"/>
        </pc:sldMkLst>
        <pc:spChg chg="add mod">
          <ac:chgData name="Berglund, Anders, Ph.D." userId="5ba1c90d-00f9-4448-8913-03c7b5a152fe" providerId="ADAL" clId="{E6ED17E5-2EDD-52D9-9481-A2103DC77AB0}" dt="2026-01-18T21:23:08.876" v="3670" actId="1076"/>
          <ac:spMkLst>
            <pc:docMk/>
            <pc:sldMk cId="2277501562" sldId="285"/>
            <ac:spMk id="3" creationId="{7BAB50EB-C288-0008-F849-EE9A399C8B90}"/>
          </ac:spMkLst>
        </pc:spChg>
        <pc:picChg chg="add mod">
          <ac:chgData name="Berglund, Anders, Ph.D." userId="5ba1c90d-00f9-4448-8913-03c7b5a152fe" providerId="ADAL" clId="{E6ED17E5-2EDD-52D9-9481-A2103DC77AB0}" dt="2026-01-18T21:22:25.314" v="3645" actId="1076"/>
          <ac:picMkLst>
            <pc:docMk/>
            <pc:sldMk cId="2277501562" sldId="285"/>
            <ac:picMk id="2" creationId="{96AD3ED6-B256-A76E-BF92-81747B975E3A}"/>
          </ac:picMkLst>
        </pc:picChg>
      </pc:sldChg>
      <pc:sldChg chg="addSp modSp new mod modClrScheme chgLayout">
        <pc:chgData name="Berglund, Anders, Ph.D." userId="5ba1c90d-00f9-4448-8913-03c7b5a152fe" providerId="ADAL" clId="{E6ED17E5-2EDD-52D9-9481-A2103DC77AB0}" dt="2026-01-18T22:08:43.454" v="4274" actId="12"/>
        <pc:sldMkLst>
          <pc:docMk/>
          <pc:sldMk cId="1101339209" sldId="286"/>
        </pc:sldMkLst>
        <pc:spChg chg="add mod">
          <ac:chgData name="Berglund, Anders, Ph.D." userId="5ba1c90d-00f9-4448-8913-03c7b5a152fe" providerId="ADAL" clId="{E6ED17E5-2EDD-52D9-9481-A2103DC77AB0}" dt="2026-01-18T21:52:50.080" v="3976" actId="20577"/>
          <ac:spMkLst>
            <pc:docMk/>
            <pc:sldMk cId="1101339209" sldId="286"/>
            <ac:spMk id="2" creationId="{478B7E06-1F22-B278-6C77-CAAC4ADC3F8A}"/>
          </ac:spMkLst>
        </pc:spChg>
        <pc:spChg chg="add mod">
          <ac:chgData name="Berglund, Anders, Ph.D." userId="5ba1c90d-00f9-4448-8913-03c7b5a152fe" providerId="ADAL" clId="{E6ED17E5-2EDD-52D9-9481-A2103DC77AB0}" dt="2026-01-18T22:07:37.960" v="4254" actId="6549"/>
          <ac:spMkLst>
            <pc:docMk/>
            <pc:sldMk cId="1101339209" sldId="286"/>
            <ac:spMk id="3" creationId="{CFADA63B-3974-233B-B60A-E5FC531F2C47}"/>
          </ac:spMkLst>
        </pc:spChg>
        <pc:spChg chg="add mod">
          <ac:chgData name="Berglund, Anders, Ph.D." userId="5ba1c90d-00f9-4448-8913-03c7b5a152fe" providerId="ADAL" clId="{E6ED17E5-2EDD-52D9-9481-A2103DC77AB0}" dt="2026-01-18T22:08:43.454" v="4274" actId="12"/>
          <ac:spMkLst>
            <pc:docMk/>
            <pc:sldMk cId="1101339209" sldId="286"/>
            <ac:spMk id="5" creationId="{398A2C44-E3A4-03F9-EC15-E053BD30434A}"/>
          </ac:spMkLst>
        </pc:spChg>
      </pc:sldChg>
      <pc:sldChg chg="new del">
        <pc:chgData name="Berglund, Anders, Ph.D." userId="5ba1c90d-00f9-4448-8913-03c7b5a152fe" providerId="ADAL" clId="{E6ED17E5-2EDD-52D9-9481-A2103DC77AB0}" dt="2026-01-18T22:08:55.919" v="4275" actId="2696"/>
        <pc:sldMkLst>
          <pc:docMk/>
          <pc:sldMk cId="1960905805" sldId="287"/>
        </pc:sldMkLst>
      </pc:sldChg>
      <pc:sldChg chg="modSp new mod">
        <pc:chgData name="Berglund, Anders, Ph.D." userId="5ba1c90d-00f9-4448-8913-03c7b5a152fe" providerId="ADAL" clId="{E6ED17E5-2EDD-52D9-9481-A2103DC77AB0}" dt="2026-01-19T13:22:11.149" v="4535" actId="20577"/>
        <pc:sldMkLst>
          <pc:docMk/>
          <pc:sldMk cId="758503193" sldId="288"/>
        </pc:sldMkLst>
        <pc:spChg chg="mod">
          <ac:chgData name="Berglund, Anders, Ph.D." userId="5ba1c90d-00f9-4448-8913-03c7b5a152fe" providerId="ADAL" clId="{E6ED17E5-2EDD-52D9-9481-A2103DC77AB0}" dt="2026-01-18T21:27:19.834" v="3707" actId="20577"/>
          <ac:spMkLst>
            <pc:docMk/>
            <pc:sldMk cId="758503193" sldId="288"/>
            <ac:spMk id="2" creationId="{55B608F1-2991-A572-3940-FD5866F79229}"/>
          </ac:spMkLst>
        </pc:spChg>
        <pc:spChg chg="mod">
          <ac:chgData name="Berglund, Anders, Ph.D." userId="5ba1c90d-00f9-4448-8913-03c7b5a152fe" providerId="ADAL" clId="{E6ED17E5-2EDD-52D9-9481-A2103DC77AB0}" dt="2026-01-19T13:22:11.149" v="4535" actId="20577"/>
          <ac:spMkLst>
            <pc:docMk/>
            <pc:sldMk cId="758503193" sldId="288"/>
            <ac:spMk id="3" creationId="{AE4F849A-D093-CB99-33A3-D4A0AF4EE8C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FF523A-BE3C-F949-856E-3C0FFA87C6D6}" type="doc">
      <dgm:prSet loTypeId="urn:microsoft.com/office/officeart/2005/8/layout/process2" loCatId="" qsTypeId="urn:microsoft.com/office/officeart/2005/8/quickstyle/simple1" qsCatId="simple" csTypeId="urn:microsoft.com/office/officeart/2005/8/colors/accent1_2" csCatId="accent1" phldr="1"/>
      <dgm:spPr/>
    </dgm:pt>
    <dgm:pt modelId="{568EDDEC-A745-054D-B208-E694B1B6C2EC}">
      <dgm:prSet phldrT="[Text]"/>
      <dgm:spPr/>
      <dgm:t>
        <a:bodyPr/>
        <a:lstStyle/>
        <a:p>
          <a:r>
            <a:rPr lang="en-US" dirty="0"/>
            <a:t>Dataset D</a:t>
          </a:r>
        </a:p>
      </dgm:t>
    </dgm:pt>
    <dgm:pt modelId="{25A8FF95-F83D-F74B-A7F3-1D98E7FF732C}" type="parTrans" cxnId="{8DDD514B-5A41-2E43-A0A5-D820F9426111}">
      <dgm:prSet/>
      <dgm:spPr/>
      <dgm:t>
        <a:bodyPr/>
        <a:lstStyle/>
        <a:p>
          <a:endParaRPr lang="en-US"/>
        </a:p>
      </dgm:t>
    </dgm:pt>
    <dgm:pt modelId="{6AD90B73-41B0-A24A-B8DE-89CC460888BA}" type="sibTrans" cxnId="{8DDD514B-5A41-2E43-A0A5-D820F9426111}">
      <dgm:prSet/>
      <dgm:spPr/>
      <dgm:t>
        <a:bodyPr/>
        <a:lstStyle/>
        <a:p>
          <a:endParaRPr lang="en-US"/>
        </a:p>
      </dgm:t>
    </dgm:pt>
    <dgm:pt modelId="{070FC34A-F5AE-BA46-96E9-AB23A1D697A1}">
      <dgm:prSet phldrT="[Text]"/>
      <dgm:spPr>
        <a:solidFill>
          <a:schemeClr val="bg2">
            <a:lumMod val="50000"/>
          </a:schemeClr>
        </a:solidFill>
      </dgm:spPr>
      <dgm:t>
        <a:bodyPr/>
        <a:lstStyle/>
        <a:p>
          <a:r>
            <a:rPr lang="en-US" dirty="0"/>
            <a:t>Machine Learning</a:t>
          </a:r>
        </a:p>
      </dgm:t>
    </dgm:pt>
    <dgm:pt modelId="{B02C9A92-7CF5-6249-9020-32FDDAC619F6}" type="parTrans" cxnId="{D0784302-3844-8542-9549-6037A5605AA7}">
      <dgm:prSet/>
      <dgm:spPr/>
      <dgm:t>
        <a:bodyPr/>
        <a:lstStyle/>
        <a:p>
          <a:endParaRPr lang="en-US"/>
        </a:p>
      </dgm:t>
    </dgm:pt>
    <dgm:pt modelId="{22B48CAE-5BC5-E640-B3E3-28CCBCB4D894}" type="sibTrans" cxnId="{D0784302-3844-8542-9549-6037A5605AA7}">
      <dgm:prSet/>
      <dgm:spPr/>
      <dgm:t>
        <a:bodyPr/>
        <a:lstStyle/>
        <a:p>
          <a:endParaRPr lang="en-US"/>
        </a:p>
      </dgm:t>
    </dgm:pt>
    <dgm:pt modelId="{6B707018-27CD-0C4E-A1FE-B89EBD506C16}">
      <dgm:prSet phldrT="[Text]"/>
      <dgm:spPr>
        <a:solidFill>
          <a:schemeClr val="accent6">
            <a:lumMod val="75000"/>
          </a:schemeClr>
        </a:solidFill>
      </dgm:spPr>
      <dgm:t>
        <a:bodyPr/>
        <a:lstStyle/>
        <a:p>
          <a:r>
            <a:rPr lang="en-US" dirty="0"/>
            <a:t>Prediction</a:t>
          </a:r>
        </a:p>
      </dgm:t>
    </dgm:pt>
    <dgm:pt modelId="{8C296C5A-A4F9-CB49-8C70-F4DFD42DAD07}" type="parTrans" cxnId="{2E886FF6-CC0C-9D4D-A9D6-B2B7ED729924}">
      <dgm:prSet/>
      <dgm:spPr/>
      <dgm:t>
        <a:bodyPr/>
        <a:lstStyle/>
        <a:p>
          <a:endParaRPr lang="en-US"/>
        </a:p>
      </dgm:t>
    </dgm:pt>
    <dgm:pt modelId="{A50F6691-3018-0A45-9432-A81F846D1AEB}" type="sibTrans" cxnId="{2E886FF6-CC0C-9D4D-A9D6-B2B7ED729924}">
      <dgm:prSet/>
      <dgm:spPr/>
      <dgm:t>
        <a:bodyPr/>
        <a:lstStyle/>
        <a:p>
          <a:endParaRPr lang="en-US"/>
        </a:p>
      </dgm:t>
    </dgm:pt>
    <dgm:pt modelId="{065562B0-C99F-634D-AC3A-57EE128AC414}" type="pres">
      <dgm:prSet presAssocID="{AAFF523A-BE3C-F949-856E-3C0FFA87C6D6}" presName="linearFlow" presStyleCnt="0">
        <dgm:presLayoutVars>
          <dgm:resizeHandles val="exact"/>
        </dgm:presLayoutVars>
      </dgm:prSet>
      <dgm:spPr/>
    </dgm:pt>
    <dgm:pt modelId="{34DC7314-B5CE-6346-939D-BF86C0EA1568}" type="pres">
      <dgm:prSet presAssocID="{568EDDEC-A745-054D-B208-E694B1B6C2EC}" presName="node" presStyleLbl="node1" presStyleIdx="0" presStyleCnt="3">
        <dgm:presLayoutVars>
          <dgm:bulletEnabled val="1"/>
        </dgm:presLayoutVars>
      </dgm:prSet>
      <dgm:spPr/>
    </dgm:pt>
    <dgm:pt modelId="{4D95CC5B-549E-7942-AE08-4918A55A5FB9}" type="pres">
      <dgm:prSet presAssocID="{6AD90B73-41B0-A24A-B8DE-89CC460888BA}" presName="sibTrans" presStyleLbl="sibTrans2D1" presStyleIdx="0" presStyleCnt="2"/>
      <dgm:spPr/>
    </dgm:pt>
    <dgm:pt modelId="{D1D6A84A-B355-314A-A3F7-0E35633013BB}" type="pres">
      <dgm:prSet presAssocID="{6AD90B73-41B0-A24A-B8DE-89CC460888BA}" presName="connectorText" presStyleLbl="sibTrans2D1" presStyleIdx="0" presStyleCnt="2"/>
      <dgm:spPr/>
    </dgm:pt>
    <dgm:pt modelId="{D9F6B9E3-F797-DD43-B516-D235D68593DA}" type="pres">
      <dgm:prSet presAssocID="{070FC34A-F5AE-BA46-96E9-AB23A1D697A1}" presName="node" presStyleLbl="node1" presStyleIdx="1" presStyleCnt="3">
        <dgm:presLayoutVars>
          <dgm:bulletEnabled val="1"/>
        </dgm:presLayoutVars>
      </dgm:prSet>
      <dgm:spPr/>
    </dgm:pt>
    <dgm:pt modelId="{2F6653C1-F037-DA42-AE1D-EF5C96FB9F47}" type="pres">
      <dgm:prSet presAssocID="{22B48CAE-5BC5-E640-B3E3-28CCBCB4D894}" presName="sibTrans" presStyleLbl="sibTrans2D1" presStyleIdx="1" presStyleCnt="2"/>
      <dgm:spPr/>
    </dgm:pt>
    <dgm:pt modelId="{36DBB7B1-FC19-9E45-84CC-3802F3D2820F}" type="pres">
      <dgm:prSet presAssocID="{22B48CAE-5BC5-E640-B3E3-28CCBCB4D894}" presName="connectorText" presStyleLbl="sibTrans2D1" presStyleIdx="1" presStyleCnt="2"/>
      <dgm:spPr/>
    </dgm:pt>
    <dgm:pt modelId="{EF6F8890-B3E4-4346-A8BE-C23E0590ABE9}" type="pres">
      <dgm:prSet presAssocID="{6B707018-27CD-0C4E-A1FE-B89EBD506C16}" presName="node" presStyleLbl="node1" presStyleIdx="2" presStyleCnt="3">
        <dgm:presLayoutVars>
          <dgm:bulletEnabled val="1"/>
        </dgm:presLayoutVars>
      </dgm:prSet>
      <dgm:spPr/>
    </dgm:pt>
  </dgm:ptLst>
  <dgm:cxnLst>
    <dgm:cxn modelId="{D0784302-3844-8542-9549-6037A5605AA7}" srcId="{AAFF523A-BE3C-F949-856E-3C0FFA87C6D6}" destId="{070FC34A-F5AE-BA46-96E9-AB23A1D697A1}" srcOrd="1" destOrd="0" parTransId="{B02C9A92-7CF5-6249-9020-32FDDAC619F6}" sibTransId="{22B48CAE-5BC5-E640-B3E3-28CCBCB4D894}"/>
    <dgm:cxn modelId="{849CCD26-50C3-CF44-BE03-82CEFAF049CF}" type="presOf" srcId="{22B48CAE-5BC5-E640-B3E3-28CCBCB4D894}" destId="{36DBB7B1-FC19-9E45-84CC-3802F3D2820F}" srcOrd="1" destOrd="0" presId="urn:microsoft.com/office/officeart/2005/8/layout/process2"/>
    <dgm:cxn modelId="{FD619931-2500-D049-8968-EDC73FD65E55}" type="presOf" srcId="{6B707018-27CD-0C4E-A1FE-B89EBD506C16}" destId="{EF6F8890-B3E4-4346-A8BE-C23E0590ABE9}" srcOrd="0" destOrd="0" presId="urn:microsoft.com/office/officeart/2005/8/layout/process2"/>
    <dgm:cxn modelId="{15373543-56AB-5C41-A670-841C6BC09CF4}" type="presOf" srcId="{568EDDEC-A745-054D-B208-E694B1B6C2EC}" destId="{34DC7314-B5CE-6346-939D-BF86C0EA1568}" srcOrd="0" destOrd="0" presId="urn:microsoft.com/office/officeart/2005/8/layout/process2"/>
    <dgm:cxn modelId="{8DDD514B-5A41-2E43-A0A5-D820F9426111}" srcId="{AAFF523A-BE3C-F949-856E-3C0FFA87C6D6}" destId="{568EDDEC-A745-054D-B208-E694B1B6C2EC}" srcOrd="0" destOrd="0" parTransId="{25A8FF95-F83D-F74B-A7F3-1D98E7FF732C}" sibTransId="{6AD90B73-41B0-A24A-B8DE-89CC460888BA}"/>
    <dgm:cxn modelId="{6527BE5B-35BD-C34B-97CD-B7BD83094092}" type="presOf" srcId="{AAFF523A-BE3C-F949-856E-3C0FFA87C6D6}" destId="{065562B0-C99F-634D-AC3A-57EE128AC414}" srcOrd="0" destOrd="0" presId="urn:microsoft.com/office/officeart/2005/8/layout/process2"/>
    <dgm:cxn modelId="{B4067D64-DF3D-FF43-A728-DDBA88CE070A}" type="presOf" srcId="{22B48CAE-5BC5-E640-B3E3-28CCBCB4D894}" destId="{2F6653C1-F037-DA42-AE1D-EF5C96FB9F47}" srcOrd="0" destOrd="0" presId="urn:microsoft.com/office/officeart/2005/8/layout/process2"/>
    <dgm:cxn modelId="{7938D2A5-6C9B-4244-91ED-DAD189A20614}" type="presOf" srcId="{6AD90B73-41B0-A24A-B8DE-89CC460888BA}" destId="{4D95CC5B-549E-7942-AE08-4918A55A5FB9}" srcOrd="0" destOrd="0" presId="urn:microsoft.com/office/officeart/2005/8/layout/process2"/>
    <dgm:cxn modelId="{FD2372B0-34AE-2048-89C1-B35F5A9BA24B}" type="presOf" srcId="{070FC34A-F5AE-BA46-96E9-AB23A1D697A1}" destId="{D9F6B9E3-F797-DD43-B516-D235D68593DA}" srcOrd="0" destOrd="0" presId="urn:microsoft.com/office/officeart/2005/8/layout/process2"/>
    <dgm:cxn modelId="{2E886FF6-CC0C-9D4D-A9D6-B2B7ED729924}" srcId="{AAFF523A-BE3C-F949-856E-3C0FFA87C6D6}" destId="{6B707018-27CD-0C4E-A1FE-B89EBD506C16}" srcOrd="2" destOrd="0" parTransId="{8C296C5A-A4F9-CB49-8C70-F4DFD42DAD07}" sibTransId="{A50F6691-3018-0A45-9432-A81F846D1AEB}"/>
    <dgm:cxn modelId="{3BB2D1F6-6FD5-9F44-AC5B-4A65172DE715}" type="presOf" srcId="{6AD90B73-41B0-A24A-B8DE-89CC460888BA}" destId="{D1D6A84A-B355-314A-A3F7-0E35633013BB}" srcOrd="1" destOrd="0" presId="urn:microsoft.com/office/officeart/2005/8/layout/process2"/>
    <dgm:cxn modelId="{26CE0632-035C-E844-A2B4-0A0B71618B38}" type="presParOf" srcId="{065562B0-C99F-634D-AC3A-57EE128AC414}" destId="{34DC7314-B5CE-6346-939D-BF86C0EA1568}" srcOrd="0" destOrd="0" presId="urn:microsoft.com/office/officeart/2005/8/layout/process2"/>
    <dgm:cxn modelId="{5C6F7714-C883-C043-BA2E-870C5C23D452}" type="presParOf" srcId="{065562B0-C99F-634D-AC3A-57EE128AC414}" destId="{4D95CC5B-549E-7942-AE08-4918A55A5FB9}" srcOrd="1" destOrd="0" presId="urn:microsoft.com/office/officeart/2005/8/layout/process2"/>
    <dgm:cxn modelId="{0FE0D633-4874-6045-81D5-276438F37085}" type="presParOf" srcId="{4D95CC5B-549E-7942-AE08-4918A55A5FB9}" destId="{D1D6A84A-B355-314A-A3F7-0E35633013BB}" srcOrd="0" destOrd="0" presId="urn:microsoft.com/office/officeart/2005/8/layout/process2"/>
    <dgm:cxn modelId="{6C0CB3C6-226F-5B41-89FB-732FAFAEFA36}" type="presParOf" srcId="{065562B0-C99F-634D-AC3A-57EE128AC414}" destId="{D9F6B9E3-F797-DD43-B516-D235D68593DA}" srcOrd="2" destOrd="0" presId="urn:microsoft.com/office/officeart/2005/8/layout/process2"/>
    <dgm:cxn modelId="{A3ADD7DF-0FDD-D046-9BB8-79398A09FEF2}" type="presParOf" srcId="{065562B0-C99F-634D-AC3A-57EE128AC414}" destId="{2F6653C1-F037-DA42-AE1D-EF5C96FB9F47}" srcOrd="3" destOrd="0" presId="urn:microsoft.com/office/officeart/2005/8/layout/process2"/>
    <dgm:cxn modelId="{3AE1B981-C264-2547-AD73-3B84985034E7}" type="presParOf" srcId="{2F6653C1-F037-DA42-AE1D-EF5C96FB9F47}" destId="{36DBB7B1-FC19-9E45-84CC-3802F3D2820F}" srcOrd="0" destOrd="0" presId="urn:microsoft.com/office/officeart/2005/8/layout/process2"/>
    <dgm:cxn modelId="{59A4E6D3-404D-604D-8AA7-8A04CCBDB69F}" type="presParOf" srcId="{065562B0-C99F-634D-AC3A-57EE128AC414}" destId="{EF6F8890-B3E4-4346-A8BE-C23E0590ABE9}"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FF523A-BE3C-F949-856E-3C0FFA87C6D6}" type="doc">
      <dgm:prSet loTypeId="urn:microsoft.com/office/officeart/2005/8/layout/process2" loCatId="" qsTypeId="urn:microsoft.com/office/officeart/2005/8/quickstyle/simple1" qsCatId="simple" csTypeId="urn:microsoft.com/office/officeart/2005/8/colors/accent1_2" csCatId="accent1" phldr="1"/>
      <dgm:spPr/>
      <dgm:t>
        <a:bodyPr/>
        <a:lstStyle/>
        <a:p>
          <a:endParaRPr lang="en-US"/>
        </a:p>
      </dgm:t>
    </dgm:pt>
    <dgm:pt modelId="{568EDDEC-A745-054D-B208-E694B1B6C2EC}">
      <dgm:prSet phldrT="[Text]"/>
      <dgm:spPr/>
      <dgm:t>
        <a:bodyPr/>
        <a:lstStyle/>
        <a:p>
          <a:r>
            <a:rPr lang="en-US" dirty="0"/>
            <a:t>Dataset D</a:t>
          </a:r>
        </a:p>
      </dgm:t>
    </dgm:pt>
    <dgm:pt modelId="{25A8FF95-F83D-F74B-A7F3-1D98E7FF732C}" type="parTrans" cxnId="{8DDD514B-5A41-2E43-A0A5-D820F9426111}">
      <dgm:prSet/>
      <dgm:spPr/>
      <dgm:t>
        <a:bodyPr/>
        <a:lstStyle/>
        <a:p>
          <a:endParaRPr lang="en-US"/>
        </a:p>
      </dgm:t>
    </dgm:pt>
    <dgm:pt modelId="{6AD90B73-41B0-A24A-B8DE-89CC460888BA}" type="sibTrans" cxnId="{8DDD514B-5A41-2E43-A0A5-D820F9426111}">
      <dgm:prSet/>
      <dgm:spPr/>
      <dgm:t>
        <a:bodyPr/>
        <a:lstStyle/>
        <a:p>
          <a:endParaRPr lang="en-US"/>
        </a:p>
      </dgm:t>
    </dgm:pt>
    <dgm:pt modelId="{070FC34A-F5AE-BA46-96E9-AB23A1D697A1}">
      <dgm:prSet phldrT="[Text]"/>
      <dgm:spPr>
        <a:solidFill>
          <a:schemeClr val="bg2">
            <a:lumMod val="50000"/>
          </a:schemeClr>
        </a:solidFill>
      </dgm:spPr>
      <dgm:t>
        <a:bodyPr/>
        <a:lstStyle/>
        <a:p>
          <a:r>
            <a:rPr lang="en-US" dirty="0"/>
            <a:t>Machine Learning</a:t>
          </a:r>
        </a:p>
      </dgm:t>
    </dgm:pt>
    <dgm:pt modelId="{B02C9A92-7CF5-6249-9020-32FDDAC619F6}" type="parTrans" cxnId="{D0784302-3844-8542-9549-6037A5605AA7}">
      <dgm:prSet/>
      <dgm:spPr/>
      <dgm:t>
        <a:bodyPr/>
        <a:lstStyle/>
        <a:p>
          <a:endParaRPr lang="en-US"/>
        </a:p>
      </dgm:t>
    </dgm:pt>
    <dgm:pt modelId="{22B48CAE-5BC5-E640-B3E3-28CCBCB4D894}" type="sibTrans" cxnId="{D0784302-3844-8542-9549-6037A5605AA7}">
      <dgm:prSet/>
      <dgm:spPr/>
      <dgm:t>
        <a:bodyPr/>
        <a:lstStyle/>
        <a:p>
          <a:endParaRPr lang="en-US"/>
        </a:p>
      </dgm:t>
    </dgm:pt>
    <dgm:pt modelId="{6B707018-27CD-0C4E-A1FE-B89EBD506C16}">
      <dgm:prSet phldrT="[Text]"/>
      <dgm:spPr>
        <a:solidFill>
          <a:schemeClr val="accent6">
            <a:lumMod val="75000"/>
          </a:schemeClr>
        </a:solidFill>
      </dgm:spPr>
      <dgm:t>
        <a:bodyPr/>
        <a:lstStyle/>
        <a:p>
          <a:r>
            <a:rPr lang="en-US" dirty="0"/>
            <a:t>Prediction</a:t>
          </a:r>
        </a:p>
      </dgm:t>
    </dgm:pt>
    <dgm:pt modelId="{8C296C5A-A4F9-CB49-8C70-F4DFD42DAD07}" type="parTrans" cxnId="{2E886FF6-CC0C-9D4D-A9D6-B2B7ED729924}">
      <dgm:prSet/>
      <dgm:spPr/>
      <dgm:t>
        <a:bodyPr/>
        <a:lstStyle/>
        <a:p>
          <a:endParaRPr lang="en-US"/>
        </a:p>
      </dgm:t>
    </dgm:pt>
    <dgm:pt modelId="{A50F6691-3018-0A45-9432-A81F846D1AEB}" type="sibTrans" cxnId="{2E886FF6-CC0C-9D4D-A9D6-B2B7ED729924}">
      <dgm:prSet/>
      <dgm:spPr/>
      <dgm:t>
        <a:bodyPr/>
        <a:lstStyle/>
        <a:p>
          <a:endParaRPr lang="en-US"/>
        </a:p>
      </dgm:t>
    </dgm:pt>
    <dgm:pt modelId="{03D32A4D-8798-3B47-9678-4F2A0C74E185}">
      <dgm:prSet/>
      <dgm:spPr>
        <a:solidFill>
          <a:schemeClr val="accent2">
            <a:lumMod val="75000"/>
          </a:schemeClr>
        </a:solidFill>
      </dgm:spPr>
      <dgm:t>
        <a:bodyPr/>
        <a:lstStyle/>
        <a:p>
          <a:r>
            <a:rPr lang="en-US" dirty="0"/>
            <a:t>Encoding</a:t>
          </a:r>
        </a:p>
      </dgm:t>
    </dgm:pt>
    <dgm:pt modelId="{EDD15934-B954-D04E-BBE6-106F8A34B06C}" type="parTrans" cxnId="{0514D738-3434-B846-9033-0B816E4C1C82}">
      <dgm:prSet/>
      <dgm:spPr/>
      <dgm:t>
        <a:bodyPr/>
        <a:lstStyle/>
        <a:p>
          <a:endParaRPr lang="en-US"/>
        </a:p>
      </dgm:t>
    </dgm:pt>
    <dgm:pt modelId="{F5009FA5-3DA1-3F44-BE9B-7929E17EAA48}" type="sibTrans" cxnId="{0514D738-3434-B846-9033-0B816E4C1C82}">
      <dgm:prSet/>
      <dgm:spPr/>
      <dgm:t>
        <a:bodyPr/>
        <a:lstStyle/>
        <a:p>
          <a:endParaRPr lang="en-US"/>
        </a:p>
      </dgm:t>
    </dgm:pt>
    <dgm:pt modelId="{1BA20697-5D1C-B246-90F9-815AF5F1883D}">
      <dgm:prSet/>
      <dgm:spPr>
        <a:solidFill>
          <a:schemeClr val="accent2">
            <a:lumMod val="75000"/>
          </a:schemeClr>
        </a:solidFill>
      </dgm:spPr>
      <dgm:t>
        <a:bodyPr/>
        <a:lstStyle/>
        <a:p>
          <a:r>
            <a:rPr lang="en-US" dirty="0"/>
            <a:t>Encoding</a:t>
          </a:r>
        </a:p>
      </dgm:t>
    </dgm:pt>
    <dgm:pt modelId="{46CECDF0-FEE1-844B-9E54-9CBCC5DDE255}" type="parTrans" cxnId="{694BB951-D930-8542-BD89-77B657588C1F}">
      <dgm:prSet/>
      <dgm:spPr/>
      <dgm:t>
        <a:bodyPr/>
        <a:lstStyle/>
        <a:p>
          <a:endParaRPr lang="en-US"/>
        </a:p>
      </dgm:t>
    </dgm:pt>
    <dgm:pt modelId="{90E4FB4E-7862-0043-AAF3-19642440C476}" type="sibTrans" cxnId="{694BB951-D930-8542-BD89-77B657588C1F}">
      <dgm:prSet/>
      <dgm:spPr/>
      <dgm:t>
        <a:bodyPr/>
        <a:lstStyle/>
        <a:p>
          <a:endParaRPr lang="en-US"/>
        </a:p>
      </dgm:t>
    </dgm:pt>
    <dgm:pt modelId="{065562B0-C99F-634D-AC3A-57EE128AC414}" type="pres">
      <dgm:prSet presAssocID="{AAFF523A-BE3C-F949-856E-3C0FFA87C6D6}" presName="linearFlow" presStyleCnt="0">
        <dgm:presLayoutVars>
          <dgm:resizeHandles val="exact"/>
        </dgm:presLayoutVars>
      </dgm:prSet>
      <dgm:spPr/>
    </dgm:pt>
    <dgm:pt modelId="{34DC7314-B5CE-6346-939D-BF86C0EA1568}" type="pres">
      <dgm:prSet presAssocID="{568EDDEC-A745-054D-B208-E694B1B6C2EC}" presName="node" presStyleLbl="node1" presStyleIdx="0" presStyleCnt="5" custScaleX="106296">
        <dgm:presLayoutVars>
          <dgm:bulletEnabled val="1"/>
        </dgm:presLayoutVars>
      </dgm:prSet>
      <dgm:spPr/>
    </dgm:pt>
    <dgm:pt modelId="{4D95CC5B-549E-7942-AE08-4918A55A5FB9}" type="pres">
      <dgm:prSet presAssocID="{6AD90B73-41B0-A24A-B8DE-89CC460888BA}" presName="sibTrans" presStyleLbl="sibTrans2D1" presStyleIdx="0" presStyleCnt="4"/>
      <dgm:spPr/>
    </dgm:pt>
    <dgm:pt modelId="{D1D6A84A-B355-314A-A3F7-0E35633013BB}" type="pres">
      <dgm:prSet presAssocID="{6AD90B73-41B0-A24A-B8DE-89CC460888BA}" presName="connectorText" presStyleLbl="sibTrans2D1" presStyleIdx="0" presStyleCnt="4"/>
      <dgm:spPr/>
    </dgm:pt>
    <dgm:pt modelId="{0665CE95-03CE-9144-8957-D5318F15A564}" type="pres">
      <dgm:prSet presAssocID="{03D32A4D-8798-3B47-9678-4F2A0C74E185}" presName="node" presStyleLbl="node1" presStyleIdx="1" presStyleCnt="5" custScaleX="106296">
        <dgm:presLayoutVars>
          <dgm:bulletEnabled val="1"/>
        </dgm:presLayoutVars>
      </dgm:prSet>
      <dgm:spPr/>
    </dgm:pt>
    <dgm:pt modelId="{9FA95F47-AB2B-F14B-BFD9-C6A5ED5A1303}" type="pres">
      <dgm:prSet presAssocID="{F5009FA5-3DA1-3F44-BE9B-7929E17EAA48}" presName="sibTrans" presStyleLbl="sibTrans2D1" presStyleIdx="1" presStyleCnt="4"/>
      <dgm:spPr/>
    </dgm:pt>
    <dgm:pt modelId="{D897DF17-8180-2B45-BCC3-D96C5A030FFF}" type="pres">
      <dgm:prSet presAssocID="{F5009FA5-3DA1-3F44-BE9B-7929E17EAA48}" presName="connectorText" presStyleLbl="sibTrans2D1" presStyleIdx="1" presStyleCnt="4"/>
      <dgm:spPr/>
    </dgm:pt>
    <dgm:pt modelId="{D9F6B9E3-F797-DD43-B516-D235D68593DA}" type="pres">
      <dgm:prSet presAssocID="{070FC34A-F5AE-BA46-96E9-AB23A1D697A1}" presName="node" presStyleLbl="node1" presStyleIdx="2" presStyleCnt="5" custScaleX="106296">
        <dgm:presLayoutVars>
          <dgm:bulletEnabled val="1"/>
        </dgm:presLayoutVars>
      </dgm:prSet>
      <dgm:spPr/>
    </dgm:pt>
    <dgm:pt modelId="{2F6653C1-F037-DA42-AE1D-EF5C96FB9F47}" type="pres">
      <dgm:prSet presAssocID="{22B48CAE-5BC5-E640-B3E3-28CCBCB4D894}" presName="sibTrans" presStyleLbl="sibTrans2D1" presStyleIdx="2" presStyleCnt="4"/>
      <dgm:spPr/>
    </dgm:pt>
    <dgm:pt modelId="{36DBB7B1-FC19-9E45-84CC-3802F3D2820F}" type="pres">
      <dgm:prSet presAssocID="{22B48CAE-5BC5-E640-B3E3-28CCBCB4D894}" presName="connectorText" presStyleLbl="sibTrans2D1" presStyleIdx="2" presStyleCnt="4"/>
      <dgm:spPr/>
    </dgm:pt>
    <dgm:pt modelId="{F89874F3-376E-A747-A17C-3F896F9177B1}" type="pres">
      <dgm:prSet presAssocID="{1BA20697-5D1C-B246-90F9-815AF5F1883D}" presName="node" presStyleLbl="node1" presStyleIdx="3" presStyleCnt="5" custScaleX="106296">
        <dgm:presLayoutVars>
          <dgm:bulletEnabled val="1"/>
        </dgm:presLayoutVars>
      </dgm:prSet>
      <dgm:spPr/>
    </dgm:pt>
    <dgm:pt modelId="{19CFCE5C-3625-124C-9733-E6CF6B490D46}" type="pres">
      <dgm:prSet presAssocID="{90E4FB4E-7862-0043-AAF3-19642440C476}" presName="sibTrans" presStyleLbl="sibTrans2D1" presStyleIdx="3" presStyleCnt="4"/>
      <dgm:spPr/>
    </dgm:pt>
    <dgm:pt modelId="{4C531748-5475-024B-A5F5-21C003044AEF}" type="pres">
      <dgm:prSet presAssocID="{90E4FB4E-7862-0043-AAF3-19642440C476}" presName="connectorText" presStyleLbl="sibTrans2D1" presStyleIdx="3" presStyleCnt="4"/>
      <dgm:spPr/>
    </dgm:pt>
    <dgm:pt modelId="{EF6F8890-B3E4-4346-A8BE-C23E0590ABE9}" type="pres">
      <dgm:prSet presAssocID="{6B707018-27CD-0C4E-A1FE-B89EBD506C16}" presName="node" presStyleLbl="node1" presStyleIdx="4" presStyleCnt="5" custScaleX="106296">
        <dgm:presLayoutVars>
          <dgm:bulletEnabled val="1"/>
        </dgm:presLayoutVars>
      </dgm:prSet>
      <dgm:spPr/>
    </dgm:pt>
  </dgm:ptLst>
  <dgm:cxnLst>
    <dgm:cxn modelId="{D0784302-3844-8542-9549-6037A5605AA7}" srcId="{AAFF523A-BE3C-F949-856E-3C0FFA87C6D6}" destId="{070FC34A-F5AE-BA46-96E9-AB23A1D697A1}" srcOrd="2" destOrd="0" parTransId="{B02C9A92-7CF5-6249-9020-32FDDAC619F6}" sibTransId="{22B48CAE-5BC5-E640-B3E3-28CCBCB4D894}"/>
    <dgm:cxn modelId="{0D40B80C-40D1-9D46-AA70-626750DB61FF}" type="presOf" srcId="{F5009FA5-3DA1-3F44-BE9B-7929E17EAA48}" destId="{D897DF17-8180-2B45-BCC3-D96C5A030FFF}" srcOrd="1" destOrd="0" presId="urn:microsoft.com/office/officeart/2005/8/layout/process2"/>
    <dgm:cxn modelId="{F33B072F-79C1-4040-9501-0A7DED049E63}" type="presOf" srcId="{6AD90B73-41B0-A24A-B8DE-89CC460888BA}" destId="{4D95CC5B-549E-7942-AE08-4918A55A5FB9}" srcOrd="0" destOrd="0" presId="urn:microsoft.com/office/officeart/2005/8/layout/process2"/>
    <dgm:cxn modelId="{16A50D36-139D-3041-A0B5-1F5A3DDCA90C}" type="presOf" srcId="{90E4FB4E-7862-0043-AAF3-19642440C476}" destId="{19CFCE5C-3625-124C-9733-E6CF6B490D46}" srcOrd="0" destOrd="0" presId="urn:microsoft.com/office/officeart/2005/8/layout/process2"/>
    <dgm:cxn modelId="{0514D738-3434-B846-9033-0B816E4C1C82}" srcId="{AAFF523A-BE3C-F949-856E-3C0FFA87C6D6}" destId="{03D32A4D-8798-3B47-9678-4F2A0C74E185}" srcOrd="1" destOrd="0" parTransId="{EDD15934-B954-D04E-BBE6-106F8A34B06C}" sibTransId="{F5009FA5-3DA1-3F44-BE9B-7929E17EAA48}"/>
    <dgm:cxn modelId="{8DDD514B-5A41-2E43-A0A5-D820F9426111}" srcId="{AAFF523A-BE3C-F949-856E-3C0FFA87C6D6}" destId="{568EDDEC-A745-054D-B208-E694B1B6C2EC}" srcOrd="0" destOrd="0" parTransId="{25A8FF95-F83D-F74B-A7F3-1D98E7FF732C}" sibTransId="{6AD90B73-41B0-A24A-B8DE-89CC460888BA}"/>
    <dgm:cxn modelId="{2F857A4E-DF1C-6346-ACD9-B03B9C85770A}" type="presOf" srcId="{F5009FA5-3DA1-3F44-BE9B-7929E17EAA48}" destId="{9FA95F47-AB2B-F14B-BFD9-C6A5ED5A1303}" srcOrd="0" destOrd="0" presId="urn:microsoft.com/office/officeart/2005/8/layout/process2"/>
    <dgm:cxn modelId="{694BB951-D930-8542-BD89-77B657588C1F}" srcId="{AAFF523A-BE3C-F949-856E-3C0FFA87C6D6}" destId="{1BA20697-5D1C-B246-90F9-815AF5F1883D}" srcOrd="3" destOrd="0" parTransId="{46CECDF0-FEE1-844B-9E54-9CBCC5DDE255}" sibTransId="{90E4FB4E-7862-0043-AAF3-19642440C476}"/>
    <dgm:cxn modelId="{6527BE5B-35BD-C34B-97CD-B7BD83094092}" type="presOf" srcId="{AAFF523A-BE3C-F949-856E-3C0FFA87C6D6}" destId="{065562B0-C99F-634D-AC3A-57EE128AC414}" srcOrd="0" destOrd="0" presId="urn:microsoft.com/office/officeart/2005/8/layout/process2"/>
    <dgm:cxn modelId="{3D5AD95D-5CE4-544D-AC96-B4886D3DCA85}" type="presOf" srcId="{03D32A4D-8798-3B47-9678-4F2A0C74E185}" destId="{0665CE95-03CE-9144-8957-D5318F15A564}" srcOrd="0" destOrd="0" presId="urn:microsoft.com/office/officeart/2005/8/layout/process2"/>
    <dgm:cxn modelId="{53A41165-709A-4C4B-8391-14BEF80F5DB8}" type="presOf" srcId="{22B48CAE-5BC5-E640-B3E3-28CCBCB4D894}" destId="{2F6653C1-F037-DA42-AE1D-EF5C96FB9F47}" srcOrd="0" destOrd="0" presId="urn:microsoft.com/office/officeart/2005/8/layout/process2"/>
    <dgm:cxn modelId="{CB47D77B-E688-AD4F-B798-014A279E50CC}" type="presOf" srcId="{6AD90B73-41B0-A24A-B8DE-89CC460888BA}" destId="{D1D6A84A-B355-314A-A3F7-0E35633013BB}" srcOrd="1" destOrd="0" presId="urn:microsoft.com/office/officeart/2005/8/layout/process2"/>
    <dgm:cxn modelId="{6205E484-6C84-D64B-AF04-F2D4F8C88FF1}" type="presOf" srcId="{90E4FB4E-7862-0043-AAF3-19642440C476}" destId="{4C531748-5475-024B-A5F5-21C003044AEF}" srcOrd="1" destOrd="0" presId="urn:microsoft.com/office/officeart/2005/8/layout/process2"/>
    <dgm:cxn modelId="{069602A2-EB97-DB4F-9026-30C17D0D55BE}" type="presOf" srcId="{1BA20697-5D1C-B246-90F9-815AF5F1883D}" destId="{F89874F3-376E-A747-A17C-3F896F9177B1}" srcOrd="0" destOrd="0" presId="urn:microsoft.com/office/officeart/2005/8/layout/process2"/>
    <dgm:cxn modelId="{49EC2EAD-D164-5E4C-83A4-7192DDC6BECE}" type="presOf" srcId="{568EDDEC-A745-054D-B208-E694B1B6C2EC}" destId="{34DC7314-B5CE-6346-939D-BF86C0EA1568}" srcOrd="0" destOrd="0" presId="urn:microsoft.com/office/officeart/2005/8/layout/process2"/>
    <dgm:cxn modelId="{E7D247B5-E940-AB43-A560-B1A0FD4897EB}" type="presOf" srcId="{6B707018-27CD-0C4E-A1FE-B89EBD506C16}" destId="{EF6F8890-B3E4-4346-A8BE-C23E0590ABE9}" srcOrd="0" destOrd="0" presId="urn:microsoft.com/office/officeart/2005/8/layout/process2"/>
    <dgm:cxn modelId="{5321C6B9-1409-554D-BD26-8CAE194938E7}" type="presOf" srcId="{070FC34A-F5AE-BA46-96E9-AB23A1D697A1}" destId="{D9F6B9E3-F797-DD43-B516-D235D68593DA}" srcOrd="0" destOrd="0" presId="urn:microsoft.com/office/officeart/2005/8/layout/process2"/>
    <dgm:cxn modelId="{7A208AF4-19C3-DF49-850C-4C38FE546108}" type="presOf" srcId="{22B48CAE-5BC5-E640-B3E3-28CCBCB4D894}" destId="{36DBB7B1-FC19-9E45-84CC-3802F3D2820F}" srcOrd="1" destOrd="0" presId="urn:microsoft.com/office/officeart/2005/8/layout/process2"/>
    <dgm:cxn modelId="{2E886FF6-CC0C-9D4D-A9D6-B2B7ED729924}" srcId="{AAFF523A-BE3C-F949-856E-3C0FFA87C6D6}" destId="{6B707018-27CD-0C4E-A1FE-B89EBD506C16}" srcOrd="4" destOrd="0" parTransId="{8C296C5A-A4F9-CB49-8C70-F4DFD42DAD07}" sibTransId="{A50F6691-3018-0A45-9432-A81F846D1AEB}"/>
    <dgm:cxn modelId="{AE5B7715-2F70-5D4A-903D-69649B3EE6DE}" type="presParOf" srcId="{065562B0-C99F-634D-AC3A-57EE128AC414}" destId="{34DC7314-B5CE-6346-939D-BF86C0EA1568}" srcOrd="0" destOrd="0" presId="urn:microsoft.com/office/officeart/2005/8/layout/process2"/>
    <dgm:cxn modelId="{BB47A558-017D-B94E-95F0-E40392B32274}" type="presParOf" srcId="{065562B0-C99F-634D-AC3A-57EE128AC414}" destId="{4D95CC5B-549E-7942-AE08-4918A55A5FB9}" srcOrd="1" destOrd="0" presId="urn:microsoft.com/office/officeart/2005/8/layout/process2"/>
    <dgm:cxn modelId="{B23D8FC4-02C3-8B42-9154-B555D099FB42}" type="presParOf" srcId="{4D95CC5B-549E-7942-AE08-4918A55A5FB9}" destId="{D1D6A84A-B355-314A-A3F7-0E35633013BB}" srcOrd="0" destOrd="0" presId="urn:microsoft.com/office/officeart/2005/8/layout/process2"/>
    <dgm:cxn modelId="{C12E4C9D-868E-E341-A655-AD59EEE74864}" type="presParOf" srcId="{065562B0-C99F-634D-AC3A-57EE128AC414}" destId="{0665CE95-03CE-9144-8957-D5318F15A564}" srcOrd="2" destOrd="0" presId="urn:microsoft.com/office/officeart/2005/8/layout/process2"/>
    <dgm:cxn modelId="{464C870C-7DD4-DE4B-8F25-5B0EB4A88448}" type="presParOf" srcId="{065562B0-C99F-634D-AC3A-57EE128AC414}" destId="{9FA95F47-AB2B-F14B-BFD9-C6A5ED5A1303}" srcOrd="3" destOrd="0" presId="urn:microsoft.com/office/officeart/2005/8/layout/process2"/>
    <dgm:cxn modelId="{465130EC-BA5F-D843-A1EF-650F6FC01D8C}" type="presParOf" srcId="{9FA95F47-AB2B-F14B-BFD9-C6A5ED5A1303}" destId="{D897DF17-8180-2B45-BCC3-D96C5A030FFF}" srcOrd="0" destOrd="0" presId="urn:microsoft.com/office/officeart/2005/8/layout/process2"/>
    <dgm:cxn modelId="{B0DA99A5-A787-A442-AE02-FB41DEA43307}" type="presParOf" srcId="{065562B0-C99F-634D-AC3A-57EE128AC414}" destId="{D9F6B9E3-F797-DD43-B516-D235D68593DA}" srcOrd="4" destOrd="0" presId="urn:microsoft.com/office/officeart/2005/8/layout/process2"/>
    <dgm:cxn modelId="{9F848971-0653-1E4D-8CAE-83284245097B}" type="presParOf" srcId="{065562B0-C99F-634D-AC3A-57EE128AC414}" destId="{2F6653C1-F037-DA42-AE1D-EF5C96FB9F47}" srcOrd="5" destOrd="0" presId="urn:microsoft.com/office/officeart/2005/8/layout/process2"/>
    <dgm:cxn modelId="{A8CED90C-5833-C248-BDD7-27B8F616E8F3}" type="presParOf" srcId="{2F6653C1-F037-DA42-AE1D-EF5C96FB9F47}" destId="{36DBB7B1-FC19-9E45-84CC-3802F3D2820F}" srcOrd="0" destOrd="0" presId="urn:microsoft.com/office/officeart/2005/8/layout/process2"/>
    <dgm:cxn modelId="{DE8D0812-21A6-944A-9502-E8E4E422A9E3}" type="presParOf" srcId="{065562B0-C99F-634D-AC3A-57EE128AC414}" destId="{F89874F3-376E-A747-A17C-3F896F9177B1}" srcOrd="6" destOrd="0" presId="urn:microsoft.com/office/officeart/2005/8/layout/process2"/>
    <dgm:cxn modelId="{414FF872-33A2-664C-938C-A6134687BC2C}" type="presParOf" srcId="{065562B0-C99F-634D-AC3A-57EE128AC414}" destId="{19CFCE5C-3625-124C-9733-E6CF6B490D46}" srcOrd="7" destOrd="0" presId="urn:microsoft.com/office/officeart/2005/8/layout/process2"/>
    <dgm:cxn modelId="{BE5C2371-86E6-A749-9A6E-CECE994152B4}" type="presParOf" srcId="{19CFCE5C-3625-124C-9733-E6CF6B490D46}" destId="{4C531748-5475-024B-A5F5-21C003044AEF}" srcOrd="0" destOrd="0" presId="urn:microsoft.com/office/officeart/2005/8/layout/process2"/>
    <dgm:cxn modelId="{09EA9A8E-12F1-2147-BCB3-686F5F34EBED}" type="presParOf" srcId="{065562B0-C99F-634D-AC3A-57EE128AC414}" destId="{EF6F8890-B3E4-4346-A8BE-C23E0590ABE9}" srcOrd="8"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DC7314-B5CE-6346-939D-BF86C0EA1568}">
      <dsp:nvSpPr>
        <dsp:cNvPr id="0" name=""/>
        <dsp:cNvSpPr/>
      </dsp:nvSpPr>
      <dsp:spPr>
        <a:xfrm>
          <a:off x="260135" y="0"/>
          <a:ext cx="2081606" cy="11564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Dataset D</a:t>
          </a:r>
        </a:p>
      </dsp:txBody>
      <dsp:txXfrm>
        <a:off x="294006" y="33871"/>
        <a:ext cx="2013864" cy="1088705"/>
      </dsp:txXfrm>
    </dsp:sp>
    <dsp:sp modelId="{4D95CC5B-549E-7942-AE08-4918A55A5FB9}">
      <dsp:nvSpPr>
        <dsp:cNvPr id="0" name=""/>
        <dsp:cNvSpPr/>
      </dsp:nvSpPr>
      <dsp:spPr>
        <a:xfrm rot="5400000">
          <a:off x="1084104" y="1185359"/>
          <a:ext cx="433667" cy="52040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5400000">
        <a:off x="1144817" y="1228726"/>
        <a:ext cx="312241" cy="303567"/>
      </dsp:txXfrm>
    </dsp:sp>
    <dsp:sp modelId="{D9F6B9E3-F797-DD43-B516-D235D68593DA}">
      <dsp:nvSpPr>
        <dsp:cNvPr id="0" name=""/>
        <dsp:cNvSpPr/>
      </dsp:nvSpPr>
      <dsp:spPr>
        <a:xfrm>
          <a:off x="260135" y="1734672"/>
          <a:ext cx="2081606" cy="1156447"/>
        </a:xfrm>
        <a:prstGeom prst="roundRect">
          <a:avLst>
            <a:gd name="adj" fmla="val 10000"/>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Machine Learning</a:t>
          </a:r>
        </a:p>
      </dsp:txBody>
      <dsp:txXfrm>
        <a:off x="294006" y="1768543"/>
        <a:ext cx="2013864" cy="1088705"/>
      </dsp:txXfrm>
    </dsp:sp>
    <dsp:sp modelId="{2F6653C1-F037-DA42-AE1D-EF5C96FB9F47}">
      <dsp:nvSpPr>
        <dsp:cNvPr id="0" name=""/>
        <dsp:cNvSpPr/>
      </dsp:nvSpPr>
      <dsp:spPr>
        <a:xfrm rot="5400000">
          <a:off x="1084104" y="2920031"/>
          <a:ext cx="433668" cy="52040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5400000">
        <a:off x="1144818" y="2963397"/>
        <a:ext cx="312241" cy="303568"/>
      </dsp:txXfrm>
    </dsp:sp>
    <dsp:sp modelId="{EF6F8890-B3E4-4346-A8BE-C23E0590ABE9}">
      <dsp:nvSpPr>
        <dsp:cNvPr id="0" name=""/>
        <dsp:cNvSpPr/>
      </dsp:nvSpPr>
      <dsp:spPr>
        <a:xfrm>
          <a:off x="260135" y="3469344"/>
          <a:ext cx="2081606" cy="1156447"/>
        </a:xfrm>
        <a:prstGeom prst="roundRect">
          <a:avLst>
            <a:gd name="adj" fmla="val 10000"/>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Prediction</a:t>
          </a:r>
        </a:p>
      </dsp:txBody>
      <dsp:txXfrm>
        <a:off x="294006" y="3503215"/>
        <a:ext cx="2013864" cy="10887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DC7314-B5CE-6346-939D-BF86C0EA1568}">
      <dsp:nvSpPr>
        <dsp:cNvPr id="0" name=""/>
        <dsp:cNvSpPr/>
      </dsp:nvSpPr>
      <dsp:spPr>
        <a:xfrm>
          <a:off x="820526" y="564"/>
          <a:ext cx="2084839" cy="66066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Dataset D</a:t>
          </a:r>
        </a:p>
      </dsp:txBody>
      <dsp:txXfrm>
        <a:off x="839876" y="19914"/>
        <a:ext cx="2046139" cy="621966"/>
      </dsp:txXfrm>
    </dsp:sp>
    <dsp:sp modelId="{4D95CC5B-549E-7942-AE08-4918A55A5FB9}">
      <dsp:nvSpPr>
        <dsp:cNvPr id="0" name=""/>
        <dsp:cNvSpPr/>
      </dsp:nvSpPr>
      <dsp:spPr>
        <a:xfrm rot="5400000">
          <a:off x="1739071" y="677747"/>
          <a:ext cx="247749" cy="2972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773757" y="702522"/>
        <a:ext cx="178379" cy="173424"/>
      </dsp:txXfrm>
    </dsp:sp>
    <dsp:sp modelId="{0665CE95-03CE-9144-8957-D5318F15A564}">
      <dsp:nvSpPr>
        <dsp:cNvPr id="0" name=""/>
        <dsp:cNvSpPr/>
      </dsp:nvSpPr>
      <dsp:spPr>
        <a:xfrm>
          <a:off x="820526" y="991563"/>
          <a:ext cx="2084839" cy="660666"/>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Encoding</a:t>
          </a:r>
        </a:p>
      </dsp:txBody>
      <dsp:txXfrm>
        <a:off x="839876" y="1010913"/>
        <a:ext cx="2046139" cy="621966"/>
      </dsp:txXfrm>
    </dsp:sp>
    <dsp:sp modelId="{9FA95F47-AB2B-F14B-BFD9-C6A5ED5A1303}">
      <dsp:nvSpPr>
        <dsp:cNvPr id="0" name=""/>
        <dsp:cNvSpPr/>
      </dsp:nvSpPr>
      <dsp:spPr>
        <a:xfrm rot="5400000">
          <a:off x="1739071" y="1668746"/>
          <a:ext cx="247749" cy="2972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773757" y="1693521"/>
        <a:ext cx="178379" cy="173424"/>
      </dsp:txXfrm>
    </dsp:sp>
    <dsp:sp modelId="{D9F6B9E3-F797-DD43-B516-D235D68593DA}">
      <dsp:nvSpPr>
        <dsp:cNvPr id="0" name=""/>
        <dsp:cNvSpPr/>
      </dsp:nvSpPr>
      <dsp:spPr>
        <a:xfrm>
          <a:off x="820526" y="1982562"/>
          <a:ext cx="2084839" cy="660666"/>
        </a:xfrm>
        <a:prstGeom prst="roundRect">
          <a:avLst>
            <a:gd name="adj" fmla="val 10000"/>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Machine Learning</a:t>
          </a:r>
        </a:p>
      </dsp:txBody>
      <dsp:txXfrm>
        <a:off x="839876" y="2001912"/>
        <a:ext cx="2046139" cy="621966"/>
      </dsp:txXfrm>
    </dsp:sp>
    <dsp:sp modelId="{2F6653C1-F037-DA42-AE1D-EF5C96FB9F47}">
      <dsp:nvSpPr>
        <dsp:cNvPr id="0" name=""/>
        <dsp:cNvSpPr/>
      </dsp:nvSpPr>
      <dsp:spPr>
        <a:xfrm rot="5400000">
          <a:off x="1739071" y="2659745"/>
          <a:ext cx="247749" cy="2972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773757" y="2684520"/>
        <a:ext cx="178379" cy="173424"/>
      </dsp:txXfrm>
    </dsp:sp>
    <dsp:sp modelId="{F89874F3-376E-A747-A17C-3F896F9177B1}">
      <dsp:nvSpPr>
        <dsp:cNvPr id="0" name=""/>
        <dsp:cNvSpPr/>
      </dsp:nvSpPr>
      <dsp:spPr>
        <a:xfrm>
          <a:off x="820526" y="2973562"/>
          <a:ext cx="2084839" cy="660666"/>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Encoding</a:t>
          </a:r>
        </a:p>
      </dsp:txBody>
      <dsp:txXfrm>
        <a:off x="839876" y="2992912"/>
        <a:ext cx="2046139" cy="621966"/>
      </dsp:txXfrm>
    </dsp:sp>
    <dsp:sp modelId="{19CFCE5C-3625-124C-9733-E6CF6B490D46}">
      <dsp:nvSpPr>
        <dsp:cNvPr id="0" name=""/>
        <dsp:cNvSpPr/>
      </dsp:nvSpPr>
      <dsp:spPr>
        <a:xfrm rot="5400000">
          <a:off x="1739071" y="3650744"/>
          <a:ext cx="247749" cy="2972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773757" y="3675519"/>
        <a:ext cx="178379" cy="173424"/>
      </dsp:txXfrm>
    </dsp:sp>
    <dsp:sp modelId="{EF6F8890-B3E4-4346-A8BE-C23E0590ABE9}">
      <dsp:nvSpPr>
        <dsp:cNvPr id="0" name=""/>
        <dsp:cNvSpPr/>
      </dsp:nvSpPr>
      <dsp:spPr>
        <a:xfrm>
          <a:off x="820526" y="3964561"/>
          <a:ext cx="2084839" cy="660666"/>
        </a:xfrm>
        <a:prstGeom prst="roundRect">
          <a:avLst>
            <a:gd name="adj" fmla="val 10000"/>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Prediction</a:t>
          </a:r>
        </a:p>
      </dsp:txBody>
      <dsp:txXfrm>
        <a:off x="839876" y="3983911"/>
        <a:ext cx="2046139" cy="621966"/>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A6624-BB52-7A1A-129E-B93A4C88BB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09F9CC-EB49-88CE-C178-AF27170ACD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1B9088-EBDE-7ED3-CB13-A5B81F5D652D}"/>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5" name="Footer Placeholder 4">
            <a:extLst>
              <a:ext uri="{FF2B5EF4-FFF2-40B4-BE49-F238E27FC236}">
                <a16:creationId xmlns:a16="http://schemas.microsoft.com/office/drawing/2014/main" id="{4AF09A78-8D3E-0C43-9349-6BBA9B2279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75FDA-F85A-07D9-0716-6D778ABF052A}"/>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2625963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B109E-9F8E-84D9-4442-4F5F5717F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CE3217-E128-CD58-6237-3C94A6B2A9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CC8A5B-7246-0DB9-E6E2-CDC8895F325F}"/>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5" name="Footer Placeholder 4">
            <a:extLst>
              <a:ext uri="{FF2B5EF4-FFF2-40B4-BE49-F238E27FC236}">
                <a16:creationId xmlns:a16="http://schemas.microsoft.com/office/drawing/2014/main" id="{F34E1401-6D14-1A26-3BA8-B0043300AC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861790-DEF0-F6E3-A7E0-D2EEF193AD7C}"/>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3720524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D404-8784-2A71-B240-CAB9613C73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12C45C-4CF0-8D56-C0BD-45DDD1D20A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554C0E-1892-9F1C-14EE-95BFEAF269D2}"/>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5" name="Footer Placeholder 4">
            <a:extLst>
              <a:ext uri="{FF2B5EF4-FFF2-40B4-BE49-F238E27FC236}">
                <a16:creationId xmlns:a16="http://schemas.microsoft.com/office/drawing/2014/main" id="{3709E6DF-DC3B-9AEC-DF0B-380D241F2A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D9F49-BBE2-8433-B5DF-C0821963CC08}"/>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1151483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918F5-E90B-7EEB-BF2F-01041B9654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D683C4-CBD3-1F58-3BE0-179879BF90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B63912-D4A6-65EA-351F-52CF518321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575D76-C724-3135-B8F1-6870F04F796A}"/>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6" name="Footer Placeholder 5">
            <a:extLst>
              <a:ext uri="{FF2B5EF4-FFF2-40B4-BE49-F238E27FC236}">
                <a16:creationId xmlns:a16="http://schemas.microsoft.com/office/drawing/2014/main" id="{BD074EB4-CD9B-1A62-6645-803037D6C0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665BF8-7B1D-EFA1-0586-0CB1C83306DD}"/>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2766895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B7B92-208E-1E61-0C7B-B03998390E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D930BA-E12E-9BD2-9D0F-5C5B150097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78D3B9-D77B-42F0-D1FB-EF20F1D16C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82AC2E-B468-DB2D-62D6-B5ECF3E620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02B2C3-714F-606E-B499-6D5FD33DD8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305299-2269-9B94-53F5-C095A242F81B}"/>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8" name="Footer Placeholder 7">
            <a:extLst>
              <a:ext uri="{FF2B5EF4-FFF2-40B4-BE49-F238E27FC236}">
                <a16:creationId xmlns:a16="http://schemas.microsoft.com/office/drawing/2014/main" id="{C75922CC-891B-DC3C-07DC-19FBDC43EF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A82E1F-A2B4-1339-94C7-EBD533F5893A}"/>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2577789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DC200-55CC-E74E-F0E8-9B03A679BD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6C7A89-1A4F-54B0-8149-3B42CE07494D}"/>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4" name="Footer Placeholder 3">
            <a:extLst>
              <a:ext uri="{FF2B5EF4-FFF2-40B4-BE49-F238E27FC236}">
                <a16:creationId xmlns:a16="http://schemas.microsoft.com/office/drawing/2014/main" id="{8CD37013-76F8-7BD2-4818-3A90384611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CB6301-9E94-0C3C-07CA-6D5C5E33A11A}"/>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4108039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8908EA-29B6-0EB8-CD36-3A288DC5C9C7}"/>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3" name="Footer Placeholder 2">
            <a:extLst>
              <a:ext uri="{FF2B5EF4-FFF2-40B4-BE49-F238E27FC236}">
                <a16:creationId xmlns:a16="http://schemas.microsoft.com/office/drawing/2014/main" id="{DCA8DE8C-B2FB-FC84-0E0F-1DFC4CAB21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3F4A41-D1FE-26C2-A28E-2A86B1A4855F}"/>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919981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8B9D3-1CA6-6EBB-ACCC-1594F64777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B94BAF-BFBC-A5EE-E270-33E85E8345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6A9F10-AECF-9DD7-5C02-34F1821D1E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8CA452-B0DA-009B-43E0-DB1322745FB0}"/>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6" name="Footer Placeholder 5">
            <a:extLst>
              <a:ext uri="{FF2B5EF4-FFF2-40B4-BE49-F238E27FC236}">
                <a16:creationId xmlns:a16="http://schemas.microsoft.com/office/drawing/2014/main" id="{81D304EC-859C-0293-09D4-35B44E77FE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4649BC-568B-F915-013E-553C079921BD}"/>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1534787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80037-500E-2683-1B68-569446ECCF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0BD614-C92D-9483-2957-7A3FA7332A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C088ED-015F-E041-C765-F53904A98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38384B-E877-2E04-D5BF-6FEA7CCA29BF}"/>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6" name="Footer Placeholder 5">
            <a:extLst>
              <a:ext uri="{FF2B5EF4-FFF2-40B4-BE49-F238E27FC236}">
                <a16:creationId xmlns:a16="http://schemas.microsoft.com/office/drawing/2014/main" id="{C6D6D99C-E718-B536-6C34-84E89D1EDC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FAD337-5FB6-0769-E4DE-D60ED3B052CB}"/>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3978970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B735E-2D5E-975F-5368-1CB61B0643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2AFD49-198E-3C03-A50F-08F0E7599D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598D66-B39D-9AF7-4E8F-988E9A1E90ED}"/>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5" name="Footer Placeholder 4">
            <a:extLst>
              <a:ext uri="{FF2B5EF4-FFF2-40B4-BE49-F238E27FC236}">
                <a16:creationId xmlns:a16="http://schemas.microsoft.com/office/drawing/2014/main" id="{5E6B1751-D90F-F927-85EB-8D9A7B644E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E2E855-6A60-5B0D-E3D4-3C81256EA66C}"/>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4261157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1CC95E-2C24-1D88-ADAB-46CADF8109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380CAF-0189-3FC4-1D1D-37FDFE26E0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FB3AD3-5E2D-CA6C-35FA-E94FC5A18194}"/>
              </a:ext>
            </a:extLst>
          </p:cNvPr>
          <p:cNvSpPr>
            <a:spLocks noGrp="1"/>
          </p:cNvSpPr>
          <p:nvPr>
            <p:ph type="dt" sz="half" idx="10"/>
          </p:nvPr>
        </p:nvSpPr>
        <p:spPr/>
        <p:txBody>
          <a:bodyPr/>
          <a:lstStyle/>
          <a:p>
            <a:fld id="{1D73699E-5244-254A-989E-B2675C6B6A36}" type="datetimeFigureOut">
              <a:rPr lang="en-US" smtClean="0"/>
              <a:t>1/19/26</a:t>
            </a:fld>
            <a:endParaRPr lang="en-US"/>
          </a:p>
        </p:txBody>
      </p:sp>
      <p:sp>
        <p:nvSpPr>
          <p:cNvPr id="5" name="Footer Placeholder 4">
            <a:extLst>
              <a:ext uri="{FF2B5EF4-FFF2-40B4-BE49-F238E27FC236}">
                <a16:creationId xmlns:a16="http://schemas.microsoft.com/office/drawing/2014/main" id="{A5FA9B4F-A5DA-3F99-3698-3A3C7E8A9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6FE6F-2028-0C38-80C7-8D2246F86019}"/>
              </a:ext>
            </a:extLst>
          </p:cNvPr>
          <p:cNvSpPr>
            <a:spLocks noGrp="1"/>
          </p:cNvSpPr>
          <p:nvPr>
            <p:ph type="sldNum" sz="quarter" idx="12"/>
          </p:nvPr>
        </p:nvSpPr>
        <p:spPr/>
        <p:txBody>
          <a:bodyPr/>
          <a:lstStyle/>
          <a:p>
            <a:fld id="{A7741F20-810B-CC4A-A73E-C930459955D6}" type="slidenum">
              <a:rPr lang="en-US" smtClean="0"/>
              <a:t>‹#›</a:t>
            </a:fld>
            <a:endParaRPr lang="en-US"/>
          </a:p>
        </p:txBody>
      </p:sp>
    </p:spTree>
    <p:extLst>
      <p:ext uri="{BB962C8B-B14F-4D97-AF65-F5344CB8AC3E}">
        <p14:creationId xmlns:p14="http://schemas.microsoft.com/office/powerpoint/2010/main" val="50552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EE9C59-DB01-E0E4-AE4A-F364951283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C7816A-A639-4524-6745-0352DDFBE8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C0F26-B628-768C-37D2-50FBE3B35C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73699E-5244-254A-989E-B2675C6B6A36}" type="datetimeFigureOut">
              <a:rPr lang="en-US" smtClean="0"/>
              <a:t>1/19/26</a:t>
            </a:fld>
            <a:endParaRPr lang="en-US"/>
          </a:p>
        </p:txBody>
      </p:sp>
      <p:sp>
        <p:nvSpPr>
          <p:cNvPr id="5" name="Footer Placeholder 4">
            <a:extLst>
              <a:ext uri="{FF2B5EF4-FFF2-40B4-BE49-F238E27FC236}">
                <a16:creationId xmlns:a16="http://schemas.microsoft.com/office/drawing/2014/main" id="{6D6259E6-7EE6-EAF5-6CEE-00F7F768F0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0D9E32-1518-99D1-E8D4-B9366F0437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741F20-810B-CC4A-A73E-C930459955D6}" type="slidenum">
              <a:rPr lang="en-US" smtClean="0"/>
              <a:t>‹#›</a:t>
            </a:fld>
            <a:endParaRPr lang="en-US"/>
          </a:p>
        </p:txBody>
      </p:sp>
    </p:spTree>
    <p:extLst>
      <p:ext uri="{BB962C8B-B14F-4D97-AF65-F5344CB8AC3E}">
        <p14:creationId xmlns:p14="http://schemas.microsoft.com/office/powerpoint/2010/main" val="2143657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science.org/content/article/scientists-are-close-building-quantum-computer-can-beat-conventional-one" TargetMode="External"/><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docs.dwavequantum.com/en/latest/quantum_research/quantum_annealing_intro.html" TargetMode="Externa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www.spinquanta.com/news-detail/understanding-quantum-entanglement-the-ultimate-expert-guide"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www.spinquanta.com/news-detail/entanglement-in-quantum-comput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www.youtube.com/watch?v=FRZQ-efABeQ"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38/s41467-021-22539-9" TargetMode="External"/><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ibm.com/quantum/products" TargetMode="External"/><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18DED-4665-921E-42CF-0BDE3FB2A53B}"/>
              </a:ext>
            </a:extLst>
          </p:cNvPr>
          <p:cNvSpPr>
            <a:spLocks noGrp="1"/>
          </p:cNvSpPr>
          <p:nvPr>
            <p:ph type="ctrTitle"/>
          </p:nvPr>
        </p:nvSpPr>
        <p:spPr/>
        <p:txBody>
          <a:bodyPr/>
          <a:lstStyle/>
          <a:p>
            <a:r>
              <a:rPr lang="en-US" dirty="0"/>
              <a:t>Quantum Computing</a:t>
            </a:r>
          </a:p>
        </p:txBody>
      </p:sp>
      <p:sp>
        <p:nvSpPr>
          <p:cNvPr id="3" name="Subtitle 2">
            <a:extLst>
              <a:ext uri="{FF2B5EF4-FFF2-40B4-BE49-F238E27FC236}">
                <a16:creationId xmlns:a16="http://schemas.microsoft.com/office/drawing/2014/main" id="{9577B0EF-4051-661E-A233-8650C79E9012}"/>
              </a:ext>
            </a:extLst>
          </p:cNvPr>
          <p:cNvSpPr>
            <a:spLocks noGrp="1"/>
          </p:cNvSpPr>
          <p:nvPr>
            <p:ph type="subTitle" idx="1"/>
          </p:nvPr>
        </p:nvSpPr>
        <p:spPr/>
        <p:txBody>
          <a:bodyPr/>
          <a:lstStyle/>
          <a:p>
            <a:r>
              <a:rPr lang="en-US" dirty="0"/>
              <a:t>Something we should start to think about?</a:t>
            </a:r>
          </a:p>
          <a:p>
            <a:endParaRPr lang="en-US" dirty="0"/>
          </a:p>
          <a:p>
            <a:r>
              <a:rPr lang="en-US" dirty="0"/>
              <a:t>A simple overview from a bioinformatics point of view</a:t>
            </a:r>
          </a:p>
        </p:txBody>
      </p:sp>
    </p:spTree>
    <p:extLst>
      <p:ext uri="{BB962C8B-B14F-4D97-AF65-F5344CB8AC3E}">
        <p14:creationId xmlns:p14="http://schemas.microsoft.com/office/powerpoint/2010/main" val="2350908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xkcd - Quantum computing papers">
            <a:extLst>
              <a:ext uri="{FF2B5EF4-FFF2-40B4-BE49-F238E27FC236}">
                <a16:creationId xmlns:a16="http://schemas.microsoft.com/office/drawing/2014/main" id="{1B6266F2-F367-7195-6F29-8A394B0E1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761" y="283028"/>
            <a:ext cx="3681952" cy="62919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21DD74-D691-CC58-063F-B9170C08BE54}"/>
              </a:ext>
            </a:extLst>
          </p:cNvPr>
          <p:cNvSpPr txBox="1"/>
          <p:nvPr/>
        </p:nvSpPr>
        <p:spPr>
          <a:xfrm>
            <a:off x="6629399" y="6581001"/>
            <a:ext cx="5562601" cy="276999"/>
          </a:xfrm>
          <a:prstGeom prst="rect">
            <a:avLst/>
          </a:prstGeom>
          <a:noFill/>
        </p:spPr>
        <p:txBody>
          <a:bodyPr wrap="square">
            <a:spAutoFit/>
          </a:bodyPr>
          <a:lstStyle/>
          <a:p>
            <a:r>
              <a:rPr lang="en-US" sz="1200" dirty="0"/>
              <a:t>https://</a:t>
            </a:r>
            <a:r>
              <a:rPr lang="en-US" sz="1200" dirty="0" err="1"/>
              <a:t>www.reddit.com</a:t>
            </a:r>
            <a:r>
              <a:rPr lang="en-US" sz="1200" dirty="0"/>
              <a:t>/r/</a:t>
            </a:r>
            <a:r>
              <a:rPr lang="en-US" sz="1200" dirty="0" err="1"/>
              <a:t>xkcd</a:t>
            </a:r>
            <a:r>
              <a:rPr lang="en-US" sz="1200" dirty="0"/>
              <a:t>/comments/n33728/</a:t>
            </a:r>
            <a:r>
              <a:rPr lang="en-US" sz="1200" dirty="0" err="1"/>
              <a:t>quantum_computing_papers</a:t>
            </a:r>
            <a:r>
              <a:rPr lang="en-US" sz="1200" dirty="0"/>
              <a:t>/</a:t>
            </a:r>
          </a:p>
        </p:txBody>
      </p:sp>
      <p:sp>
        <p:nvSpPr>
          <p:cNvPr id="6" name="TextBox 5">
            <a:extLst>
              <a:ext uri="{FF2B5EF4-FFF2-40B4-BE49-F238E27FC236}">
                <a16:creationId xmlns:a16="http://schemas.microsoft.com/office/drawing/2014/main" id="{69EC4016-72E6-F52B-738D-87CF349A7E8E}"/>
              </a:ext>
            </a:extLst>
          </p:cNvPr>
          <p:cNvSpPr txBox="1"/>
          <p:nvPr/>
        </p:nvSpPr>
        <p:spPr>
          <a:xfrm>
            <a:off x="1433287" y="1557150"/>
            <a:ext cx="4409460" cy="1200329"/>
          </a:xfrm>
          <a:prstGeom prst="rect">
            <a:avLst/>
          </a:prstGeom>
          <a:noFill/>
        </p:spPr>
        <p:txBody>
          <a:bodyPr wrap="square" rtlCol="0">
            <a:spAutoFit/>
          </a:bodyPr>
          <a:lstStyle/>
          <a:p>
            <a:r>
              <a:rPr lang="en-US" sz="7200" dirty="0"/>
              <a:t>Warning!</a:t>
            </a:r>
          </a:p>
        </p:txBody>
      </p:sp>
    </p:spTree>
    <p:extLst>
      <p:ext uri="{BB962C8B-B14F-4D97-AF65-F5344CB8AC3E}">
        <p14:creationId xmlns:p14="http://schemas.microsoft.com/office/powerpoint/2010/main" val="394805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BA998-5066-BB33-E386-920472E8F074}"/>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38DC0F57-A6FA-C530-0F77-20C50B9729AD}"/>
              </a:ext>
            </a:extLst>
          </p:cNvPr>
          <p:cNvSpPr>
            <a:spLocks noGrp="1"/>
          </p:cNvSpPr>
          <p:nvPr>
            <p:ph idx="1"/>
          </p:nvPr>
        </p:nvSpPr>
        <p:spPr>
          <a:xfrm>
            <a:off x="838200" y="1825625"/>
            <a:ext cx="5257800" cy="4351338"/>
          </a:xfrm>
        </p:spPr>
        <p:txBody>
          <a:bodyPr/>
          <a:lstStyle/>
          <a:p>
            <a:r>
              <a:rPr lang="en-US" dirty="0"/>
              <a:t>History &amp; Background</a:t>
            </a:r>
          </a:p>
          <a:p>
            <a:r>
              <a:rPr lang="en-US" dirty="0"/>
              <a:t>Introduction</a:t>
            </a:r>
          </a:p>
          <a:p>
            <a:pPr lvl="1"/>
            <a:r>
              <a:rPr lang="en-US" dirty="0"/>
              <a:t>Qubit</a:t>
            </a:r>
          </a:p>
          <a:p>
            <a:pPr lvl="1"/>
            <a:r>
              <a:rPr lang="en-US" dirty="0"/>
              <a:t>Superposition</a:t>
            </a:r>
          </a:p>
          <a:p>
            <a:pPr lvl="1"/>
            <a:r>
              <a:rPr lang="en-US" dirty="0"/>
              <a:t>Entanglement</a:t>
            </a:r>
          </a:p>
          <a:p>
            <a:r>
              <a:rPr lang="en-US" dirty="0"/>
              <a:t>Quantum Advantage</a:t>
            </a:r>
          </a:p>
          <a:p>
            <a:r>
              <a:rPr lang="en-US" dirty="0"/>
              <a:t>Quantum Machine Learning</a:t>
            </a:r>
          </a:p>
          <a:p>
            <a:endParaRPr lang="en-US" dirty="0"/>
          </a:p>
        </p:txBody>
      </p:sp>
      <p:pic>
        <p:nvPicPr>
          <p:cNvPr id="2050" name="Picture 2" descr="Cleveland Clinic and IBM Unveil First Quantum Computer Dedicated to  Healthcare Research">
            <a:extLst>
              <a:ext uri="{FF2B5EF4-FFF2-40B4-BE49-F238E27FC236}">
                <a16:creationId xmlns:a16="http://schemas.microsoft.com/office/drawing/2014/main" id="{237AD315-48AF-E5C9-D3A0-8397895D7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7093" y="1164921"/>
            <a:ext cx="4905453" cy="326929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2D70DA6-14D2-A558-BD6F-2BDD48F80C01}"/>
              </a:ext>
            </a:extLst>
          </p:cNvPr>
          <p:cNvSpPr txBox="1"/>
          <p:nvPr/>
        </p:nvSpPr>
        <p:spPr>
          <a:xfrm>
            <a:off x="6965156" y="4434214"/>
            <a:ext cx="1812419" cy="369332"/>
          </a:xfrm>
          <a:prstGeom prst="rect">
            <a:avLst/>
          </a:prstGeom>
          <a:noFill/>
        </p:spPr>
        <p:txBody>
          <a:bodyPr wrap="none" rtlCol="0">
            <a:spAutoFit/>
          </a:bodyPr>
          <a:lstStyle/>
          <a:p>
            <a:r>
              <a:rPr lang="en-US" dirty="0"/>
              <a:t>Cleveland Clinic</a:t>
            </a:r>
          </a:p>
        </p:txBody>
      </p:sp>
    </p:spTree>
    <p:extLst>
      <p:ext uri="{BB962C8B-B14F-4D97-AF65-F5344CB8AC3E}">
        <p14:creationId xmlns:p14="http://schemas.microsoft.com/office/powerpoint/2010/main" val="3930900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3BF4D-0BBF-5C93-FF0F-900688B691E0}"/>
              </a:ext>
            </a:extLst>
          </p:cNvPr>
          <p:cNvSpPr>
            <a:spLocks noGrp="1"/>
          </p:cNvSpPr>
          <p:nvPr>
            <p:ph type="title"/>
          </p:nvPr>
        </p:nvSpPr>
        <p:spPr/>
        <p:txBody>
          <a:bodyPr/>
          <a:lstStyle/>
          <a:p>
            <a:r>
              <a:rPr lang="en-US" dirty="0"/>
              <a:t>What is a Quantum Computer</a:t>
            </a:r>
          </a:p>
        </p:txBody>
      </p:sp>
      <p:sp>
        <p:nvSpPr>
          <p:cNvPr id="3" name="Content Placeholder 2">
            <a:extLst>
              <a:ext uri="{FF2B5EF4-FFF2-40B4-BE49-F238E27FC236}">
                <a16:creationId xmlns:a16="http://schemas.microsoft.com/office/drawing/2014/main" id="{B94DE5A9-95EF-03A8-8EF4-9C9476C654C4}"/>
              </a:ext>
            </a:extLst>
          </p:cNvPr>
          <p:cNvSpPr>
            <a:spLocks noGrp="1"/>
          </p:cNvSpPr>
          <p:nvPr>
            <p:ph idx="1"/>
          </p:nvPr>
        </p:nvSpPr>
        <p:spPr>
          <a:xfrm>
            <a:off x="534693" y="1825625"/>
            <a:ext cx="11360256" cy="4351338"/>
          </a:xfrm>
        </p:spPr>
        <p:txBody>
          <a:bodyPr>
            <a:normAutofit/>
          </a:bodyPr>
          <a:lstStyle/>
          <a:p>
            <a:r>
              <a:rPr lang="en-US" dirty="0"/>
              <a:t>A quantum computer is a computer that exploits superposed and entangled states</a:t>
            </a:r>
          </a:p>
          <a:p>
            <a:r>
              <a:rPr lang="en-US" dirty="0"/>
              <a:t>Uses Qubits instead of traditional bits</a:t>
            </a:r>
          </a:p>
          <a:p>
            <a:pPr lvl="1"/>
            <a:r>
              <a:rPr lang="en-US" dirty="0"/>
              <a:t>These can exist in many states at the same time – </a:t>
            </a:r>
            <a:r>
              <a:rPr lang="en-US" b="1" i="1" dirty="0"/>
              <a:t>Superposition</a:t>
            </a:r>
          </a:p>
          <a:p>
            <a:pPr lvl="1"/>
            <a:r>
              <a:rPr lang="en-US" dirty="0"/>
              <a:t>They can be linked, affecting each other – </a:t>
            </a:r>
            <a:r>
              <a:rPr lang="en-US" b="1" i="1" dirty="0"/>
              <a:t>Entanglement</a:t>
            </a:r>
          </a:p>
          <a:p>
            <a:pPr lvl="1"/>
            <a:r>
              <a:rPr lang="en-US" dirty="0"/>
              <a:t>Wrong answers are canceled out, amplifying the correct answer </a:t>
            </a:r>
            <a:r>
              <a:rPr lang="en-US" i="1" dirty="0"/>
              <a:t>- </a:t>
            </a:r>
            <a:r>
              <a:rPr lang="en-US" b="1" i="1" dirty="0"/>
              <a:t>Interference</a:t>
            </a:r>
          </a:p>
          <a:p>
            <a:r>
              <a:rPr lang="en-US" dirty="0"/>
              <a:t>Based on quantum mechanics</a:t>
            </a:r>
          </a:p>
          <a:p>
            <a:r>
              <a:rPr lang="en-US" dirty="0"/>
              <a:t>Proposed by Richard Feynman in 1982</a:t>
            </a:r>
          </a:p>
          <a:p>
            <a:r>
              <a:rPr lang="en-US" dirty="0"/>
              <a:t>Several types of different hardware implementations</a:t>
            </a:r>
          </a:p>
          <a:p>
            <a:endParaRPr lang="en-US" dirty="0"/>
          </a:p>
        </p:txBody>
      </p:sp>
    </p:spTree>
    <p:extLst>
      <p:ext uri="{BB962C8B-B14F-4D97-AF65-F5344CB8AC3E}">
        <p14:creationId xmlns:p14="http://schemas.microsoft.com/office/powerpoint/2010/main" val="1523278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diagram of a cell&#10;&#10;AI-generated content may be incorrect.">
            <a:extLst>
              <a:ext uri="{FF2B5EF4-FFF2-40B4-BE49-F238E27FC236}">
                <a16:creationId xmlns:a16="http://schemas.microsoft.com/office/drawing/2014/main" id="{90772A88-A2E4-C1A6-28BB-592219415038}"/>
              </a:ext>
            </a:extLst>
          </p:cNvPr>
          <p:cNvPicPr>
            <a:picLocks noChangeAspect="1"/>
          </p:cNvPicPr>
          <p:nvPr/>
        </p:nvPicPr>
        <p:blipFill>
          <a:blip r:embed="rId2"/>
          <a:srcRect b="44338"/>
          <a:stretch>
            <a:fillRect/>
          </a:stretch>
        </p:blipFill>
        <p:spPr>
          <a:xfrm>
            <a:off x="0" y="140918"/>
            <a:ext cx="6035040" cy="5806670"/>
          </a:xfrm>
          <a:prstGeom prst="rect">
            <a:avLst/>
          </a:prstGeom>
        </p:spPr>
      </p:pic>
      <p:pic>
        <p:nvPicPr>
          <p:cNvPr id="8" name="Picture 7" descr="A diagram of a diagram of a cell&#10;&#10;AI-generated content may be incorrect.">
            <a:extLst>
              <a:ext uri="{FF2B5EF4-FFF2-40B4-BE49-F238E27FC236}">
                <a16:creationId xmlns:a16="http://schemas.microsoft.com/office/drawing/2014/main" id="{BB6BEB96-F5CC-0F1B-0C8C-E547D14BC205}"/>
              </a:ext>
            </a:extLst>
          </p:cNvPr>
          <p:cNvPicPr>
            <a:picLocks noChangeAspect="1"/>
          </p:cNvPicPr>
          <p:nvPr/>
        </p:nvPicPr>
        <p:blipFill>
          <a:blip r:embed="rId2"/>
          <a:srcRect t="57371"/>
          <a:stretch>
            <a:fillRect/>
          </a:stretch>
        </p:blipFill>
        <p:spPr>
          <a:xfrm>
            <a:off x="6096000" y="140918"/>
            <a:ext cx="6030385" cy="4443608"/>
          </a:xfrm>
          <a:prstGeom prst="rect">
            <a:avLst/>
          </a:prstGeom>
        </p:spPr>
      </p:pic>
      <p:sp>
        <p:nvSpPr>
          <p:cNvPr id="9" name="TextBox 8">
            <a:extLst>
              <a:ext uri="{FF2B5EF4-FFF2-40B4-BE49-F238E27FC236}">
                <a16:creationId xmlns:a16="http://schemas.microsoft.com/office/drawing/2014/main" id="{4EDE6A3B-001F-0A5D-F769-94EA3D264DE1}"/>
              </a:ext>
            </a:extLst>
          </p:cNvPr>
          <p:cNvSpPr txBox="1"/>
          <p:nvPr/>
        </p:nvSpPr>
        <p:spPr>
          <a:xfrm>
            <a:off x="137786" y="6350696"/>
            <a:ext cx="10972800" cy="276999"/>
          </a:xfrm>
          <a:prstGeom prst="rect">
            <a:avLst/>
          </a:prstGeom>
          <a:noFill/>
        </p:spPr>
        <p:txBody>
          <a:bodyPr wrap="square" rtlCol="0">
            <a:spAutoFit/>
          </a:bodyPr>
          <a:lstStyle/>
          <a:p>
            <a:r>
              <a:rPr lang="en-US" sz="1200" dirty="0">
                <a:hlinkClick r:id="rId3"/>
              </a:rPr>
              <a:t>https://www.science.org/content/article/scientists-are-close-building-quantum-computer-can-beat-conventional-one</a:t>
            </a:r>
            <a:r>
              <a:rPr lang="en-US" sz="1200" dirty="0"/>
              <a:t> (2016)</a:t>
            </a:r>
          </a:p>
        </p:txBody>
      </p:sp>
    </p:spTree>
    <p:extLst>
      <p:ext uri="{BB962C8B-B14F-4D97-AF65-F5344CB8AC3E}">
        <p14:creationId xmlns:p14="http://schemas.microsoft.com/office/powerpoint/2010/main" val="2154885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A9FA4238-3458-ECFD-666F-0272076B3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6895" y="-1"/>
            <a:ext cx="5490540" cy="681388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A1328F6-97B3-CA05-D5FE-71D28212430C}"/>
              </a:ext>
            </a:extLst>
          </p:cNvPr>
          <p:cNvSpPr txBox="1"/>
          <p:nvPr/>
        </p:nvSpPr>
        <p:spPr>
          <a:xfrm>
            <a:off x="8826285" y="5936247"/>
            <a:ext cx="5002078" cy="830997"/>
          </a:xfrm>
          <a:prstGeom prst="rect">
            <a:avLst/>
          </a:prstGeom>
          <a:noFill/>
        </p:spPr>
        <p:txBody>
          <a:bodyPr wrap="square">
            <a:spAutoFit/>
          </a:bodyPr>
          <a:lstStyle/>
          <a:p>
            <a:r>
              <a:rPr lang="en-US" sz="1200" dirty="0"/>
              <a:t>Quantum Computing Modalities</a:t>
            </a:r>
          </a:p>
          <a:p>
            <a:r>
              <a:rPr lang="en-US" sz="1200" dirty="0"/>
              <a:t>A Qubit Primer Re-Revisited in December 2024</a:t>
            </a:r>
          </a:p>
          <a:p>
            <a:r>
              <a:rPr lang="en-US" sz="1200" dirty="0"/>
              <a:t>Russ Fein</a:t>
            </a:r>
          </a:p>
          <a:p>
            <a:r>
              <a:rPr lang="en-US" sz="1200" dirty="0"/>
              <a:t>Dec 13, 2024</a:t>
            </a:r>
          </a:p>
        </p:txBody>
      </p:sp>
    </p:spTree>
    <p:extLst>
      <p:ext uri="{BB962C8B-B14F-4D97-AF65-F5344CB8AC3E}">
        <p14:creationId xmlns:p14="http://schemas.microsoft.com/office/powerpoint/2010/main" val="2506207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F767BC18-637E-B6DE-D609-AB9060817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504" y="1501435"/>
            <a:ext cx="3780763" cy="222640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1772AEE6-8262-EA77-CC6F-B87B3EB2A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35" y="4313353"/>
            <a:ext cx="5532895" cy="1896993"/>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A7B471C7-0E7B-59EF-EC43-CC6FE02BEF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15670"/>
            <a:ext cx="5380496" cy="197153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78182F80-9ADB-61A6-B98B-40D6BAC175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414" y="3192649"/>
            <a:ext cx="2159515" cy="1820313"/>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a:extLst>
              <a:ext uri="{FF2B5EF4-FFF2-40B4-BE49-F238E27FC236}">
                <a16:creationId xmlns:a16="http://schemas.microsoft.com/office/drawing/2014/main" id="{0BF37656-A53E-19DE-F216-BF1AE881F8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392" y="134767"/>
            <a:ext cx="3780763" cy="10586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1AA8727-61EB-996A-A426-446D9DA8EF2F}"/>
              </a:ext>
            </a:extLst>
          </p:cNvPr>
          <p:cNvSpPr txBox="1"/>
          <p:nvPr/>
        </p:nvSpPr>
        <p:spPr>
          <a:xfrm>
            <a:off x="2545596" y="6446234"/>
            <a:ext cx="10000281" cy="276999"/>
          </a:xfrm>
          <a:prstGeom prst="rect">
            <a:avLst/>
          </a:prstGeom>
          <a:noFill/>
        </p:spPr>
        <p:txBody>
          <a:bodyPr wrap="square">
            <a:spAutoFit/>
          </a:bodyPr>
          <a:lstStyle/>
          <a:p>
            <a:r>
              <a:rPr lang="en-US" sz="1200" dirty="0">
                <a:hlinkClick r:id="rId7"/>
              </a:rPr>
              <a:t>https://docs.dwavequantum.com/en/latest/quantum_research/quantum_annealing_intro.html</a:t>
            </a:r>
            <a:r>
              <a:rPr lang="en-US" sz="1200" dirty="0"/>
              <a:t> </a:t>
            </a:r>
          </a:p>
        </p:txBody>
      </p:sp>
    </p:spTree>
    <p:extLst>
      <p:ext uri="{BB962C8B-B14F-4D97-AF65-F5344CB8AC3E}">
        <p14:creationId xmlns:p14="http://schemas.microsoft.com/office/powerpoint/2010/main" val="3987502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8B33-2105-0822-E938-B8000C5ADDF4}"/>
              </a:ext>
            </a:extLst>
          </p:cNvPr>
          <p:cNvSpPr>
            <a:spLocks noGrp="1"/>
          </p:cNvSpPr>
          <p:nvPr>
            <p:ph type="title"/>
          </p:nvPr>
        </p:nvSpPr>
        <p:spPr>
          <a:xfrm>
            <a:off x="838200" y="916"/>
            <a:ext cx="10515600" cy="1325563"/>
          </a:xfrm>
        </p:spPr>
        <p:txBody>
          <a:bodyPr/>
          <a:lstStyle/>
          <a:p>
            <a:r>
              <a:rPr lang="en-US" dirty="0"/>
              <a:t>What is a Qubit?</a:t>
            </a:r>
          </a:p>
        </p:txBody>
      </p:sp>
      <p:sp>
        <p:nvSpPr>
          <p:cNvPr id="5" name="TextBox 4">
            <a:extLst>
              <a:ext uri="{FF2B5EF4-FFF2-40B4-BE49-F238E27FC236}">
                <a16:creationId xmlns:a16="http://schemas.microsoft.com/office/drawing/2014/main" id="{93554122-A87B-D618-4C1E-64F463CFDFAA}"/>
              </a:ext>
            </a:extLst>
          </p:cNvPr>
          <p:cNvSpPr txBox="1"/>
          <p:nvPr/>
        </p:nvSpPr>
        <p:spPr>
          <a:xfrm>
            <a:off x="1848173" y="6492875"/>
            <a:ext cx="9295108" cy="369332"/>
          </a:xfrm>
          <a:prstGeom prst="rect">
            <a:avLst/>
          </a:prstGeom>
          <a:noFill/>
        </p:spPr>
        <p:txBody>
          <a:bodyPr wrap="square">
            <a:spAutoFit/>
          </a:bodyPr>
          <a:lstStyle/>
          <a:p>
            <a:r>
              <a:rPr lang="en-US" dirty="0"/>
              <a:t>https://</a:t>
            </a:r>
            <a:r>
              <a:rPr lang="en-US" dirty="0" err="1"/>
              <a:t>azure.microsoft.com</a:t>
            </a:r>
            <a:r>
              <a:rPr lang="en-US" dirty="0"/>
              <a:t>/</a:t>
            </a:r>
            <a:r>
              <a:rPr lang="en-US" dirty="0" err="1"/>
              <a:t>en</a:t>
            </a:r>
            <a:r>
              <a:rPr lang="en-US" dirty="0"/>
              <a:t>-us/resources/cloud-computing-dictionary/what-is-a-qubit</a:t>
            </a:r>
          </a:p>
        </p:txBody>
      </p:sp>
      <p:sp>
        <p:nvSpPr>
          <p:cNvPr id="9" name="TextBox 8">
            <a:extLst>
              <a:ext uri="{FF2B5EF4-FFF2-40B4-BE49-F238E27FC236}">
                <a16:creationId xmlns:a16="http://schemas.microsoft.com/office/drawing/2014/main" id="{E2A3DC86-6B56-D010-BB91-B1AD69FD8627}"/>
              </a:ext>
            </a:extLst>
          </p:cNvPr>
          <p:cNvSpPr txBox="1"/>
          <p:nvPr/>
        </p:nvSpPr>
        <p:spPr>
          <a:xfrm>
            <a:off x="170481" y="1414562"/>
            <a:ext cx="8381484" cy="5078313"/>
          </a:xfrm>
          <a:prstGeom prst="rect">
            <a:avLst/>
          </a:prstGeom>
          <a:noFill/>
        </p:spPr>
        <p:txBody>
          <a:bodyPr wrap="square">
            <a:spAutoFit/>
          </a:bodyPr>
          <a:lstStyle/>
          <a:p>
            <a:pPr>
              <a:buNone/>
            </a:pPr>
            <a:r>
              <a:rPr lang="en-US" b="1" i="0" dirty="0">
                <a:solidFill>
                  <a:srgbClr val="000000"/>
                </a:solidFill>
                <a:effectLst/>
                <a:latin typeface="Segoe UI" panose="020B0502040204020203" pitchFamily="34" charset="0"/>
              </a:rPr>
              <a:t>Qubit vs bit</a:t>
            </a:r>
          </a:p>
          <a:p>
            <a:pPr>
              <a:buNone/>
            </a:pPr>
            <a:r>
              <a:rPr lang="en-US" b="1" i="0" dirty="0">
                <a:solidFill>
                  <a:srgbClr val="000000"/>
                </a:solidFill>
                <a:effectLst/>
                <a:latin typeface="inherit"/>
              </a:rPr>
              <a:t>Qubits are represented by a superposition of multiple possible states</a:t>
            </a:r>
          </a:p>
          <a:p>
            <a:pPr>
              <a:buNone/>
            </a:pPr>
            <a:r>
              <a:rPr lang="en-US" b="0" i="0" dirty="0">
                <a:solidFill>
                  <a:srgbClr val="000000"/>
                </a:solidFill>
                <a:effectLst/>
                <a:latin typeface="Segoe UI" panose="020B0502040204020203" pitchFamily="34" charset="0"/>
              </a:rPr>
              <a:t>A qubit uses the quantum mechanical phenomena of superposition to achieve a linear combination of two states. A classical binary bit can only represent a single binary value, such as 0 or 1, meaning that it can only be in one of two possible states. A qubit, however, can represent a 0, a 1, or any proportion of 0 and 1 in superposition of both states, with a certain probability of being a 0 and a certain probability of being a 1.</a:t>
            </a:r>
          </a:p>
          <a:p>
            <a:pPr>
              <a:buNone/>
            </a:pPr>
            <a:endParaRPr lang="en-US" b="0" i="0" dirty="0">
              <a:solidFill>
                <a:srgbClr val="000000"/>
              </a:solidFill>
              <a:effectLst/>
              <a:latin typeface="Segoe UI" panose="020B0502040204020203" pitchFamily="34" charset="0"/>
            </a:endParaRPr>
          </a:p>
          <a:p>
            <a:pPr>
              <a:buNone/>
            </a:pPr>
            <a:r>
              <a:rPr lang="en-US" b="1" i="0" dirty="0">
                <a:solidFill>
                  <a:srgbClr val="000000"/>
                </a:solidFill>
                <a:effectLst/>
                <a:latin typeface="inherit"/>
              </a:rPr>
              <a:t>Superposition gives quantum computers superior computing power</a:t>
            </a:r>
          </a:p>
          <a:p>
            <a:pPr>
              <a:buNone/>
            </a:pPr>
            <a:r>
              <a:rPr lang="en-US" b="0" i="0" dirty="0">
                <a:solidFill>
                  <a:srgbClr val="000000"/>
                </a:solidFill>
                <a:effectLst/>
                <a:latin typeface="Segoe UI" panose="020B0502040204020203" pitchFamily="34" charset="0"/>
              </a:rPr>
              <a:t>Superposition allows quantum algorithms to process information in a fraction of the time it would take even the fastest classical systems to solve certain problems.</a:t>
            </a:r>
          </a:p>
          <a:p>
            <a:pPr marL="285750" indent="-285750">
              <a:buFont typeface="Arial" panose="020B0604020202020204" pitchFamily="34" charset="0"/>
              <a:buChar char="•"/>
            </a:pPr>
            <a:r>
              <a:rPr lang="en-US" b="0" i="0" dirty="0">
                <a:solidFill>
                  <a:srgbClr val="000000"/>
                </a:solidFill>
                <a:effectLst/>
                <a:latin typeface="Segoe UI" panose="020B0502040204020203" pitchFamily="34" charset="0"/>
              </a:rPr>
              <a:t>The amount of information a qubit system can represent grows exponentially. Information that 500 qubits can easily represent would not be possible with even more than 2^500 classical bits.</a:t>
            </a:r>
          </a:p>
          <a:p>
            <a:pPr marL="285750" indent="-285750">
              <a:buFont typeface="Arial" panose="020B0604020202020204" pitchFamily="34" charset="0"/>
              <a:buChar char="•"/>
            </a:pPr>
            <a:r>
              <a:rPr lang="en-US" b="0" i="0" dirty="0">
                <a:solidFill>
                  <a:srgbClr val="000000"/>
                </a:solidFill>
                <a:effectLst/>
                <a:latin typeface="Segoe UI" panose="020B0502040204020203" pitchFamily="34" charset="0"/>
              </a:rPr>
              <a:t>It would take a classical computer millions of years to find the prime factors of a 2,048-bit number. Qubits could perform the calculation in just minutes.</a:t>
            </a:r>
          </a:p>
        </p:txBody>
      </p:sp>
      <p:pic>
        <p:nvPicPr>
          <p:cNvPr id="7170" name="Picture 2" descr="What is a Qubit? | Microsoft Azure">
            <a:extLst>
              <a:ext uri="{FF2B5EF4-FFF2-40B4-BE49-F238E27FC236}">
                <a16:creationId xmlns:a16="http://schemas.microsoft.com/office/drawing/2014/main" id="{4E4B590A-0E76-0111-E463-F07B14427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1964" y="193729"/>
            <a:ext cx="3640035" cy="3626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790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C957167-ABA1-F20A-C441-7CA2BD994848}"/>
                  </a:ext>
                </a:extLst>
              </p:cNvPr>
              <p:cNvSpPr>
                <a:spLocks noGrp="1"/>
              </p:cNvSpPr>
              <p:nvPr>
                <p:ph idx="1"/>
              </p:nvPr>
            </p:nvSpPr>
            <p:spPr>
              <a:xfrm>
                <a:off x="117528" y="167305"/>
                <a:ext cx="9661903" cy="4985881"/>
              </a:xfrm>
            </p:spPr>
            <p:txBody>
              <a:bodyPr>
                <a:normAutofit/>
              </a:bodyPr>
              <a:lstStyle/>
              <a:p>
                <a:r>
                  <a:rPr lang="en-US" dirty="0"/>
                  <a:t>Classical</a:t>
                </a:r>
              </a:p>
              <a:p>
                <a:pPr lvl="1"/>
                <a:r>
                  <a:rPr lang="en-US" dirty="0"/>
                  <a:t>A bit is either 0 or 1</a:t>
                </a:r>
              </a:p>
              <a:p>
                <a:r>
                  <a:rPr lang="en-US" dirty="0"/>
                  <a:t>Quantum</a:t>
                </a:r>
              </a:p>
              <a:p>
                <a:pPr lvl="1"/>
                <a:r>
                  <a:rPr lang="en-US" dirty="0"/>
                  <a:t>A qubit is represented by a linear superposition of its two orthonormal basis states, </a:t>
                </a:r>
                <a14:m>
                  <m:oMath xmlns:m="http://schemas.openxmlformats.org/officeDocument/2006/math">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d>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
                      </m:e>
                    </m:d>
                  </m:oMath>
                </a14:m>
                <a:r>
                  <a:rPr lang="en-US" dirty="0"/>
                  <a:t> and </a:t>
                </a:r>
                <a14:m>
                  <m:oMath xmlns:m="http://schemas.openxmlformats.org/officeDocument/2006/math">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e>
                        </m:d>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b="0" i="1" smtClean="0">
                                  <a:latin typeface="Cambria Math" panose="02040503050406030204" pitchFamily="18" charset="0"/>
                                </a:rPr>
                                <m:t>0</m:t>
                              </m:r>
                            </m:e>
                          </m:mr>
                          <m:mr>
                            <m:e>
                              <m:r>
                                <a:rPr lang="en-US" b="0" i="1" smtClean="0">
                                  <a:latin typeface="Cambria Math" panose="02040503050406030204" pitchFamily="18" charset="0"/>
                                </a:rPr>
                                <m:t>1</m:t>
                              </m:r>
                            </m:e>
                          </m:mr>
                        </m:m>
                      </m:e>
                    </m:d>
                  </m:oMath>
                </a14:m>
                <a:r>
                  <a:rPr lang="en-US" dirty="0"/>
                  <a:t> </a:t>
                </a:r>
              </a:p>
              <a:p>
                <a:pPr lvl="1"/>
                <a:r>
                  <a:rPr lang="en-US" dirty="0"/>
                  <a:t>These two basis vectors, </a:t>
                </a:r>
                <a14:m>
                  <m:oMath xmlns:m="http://schemas.openxmlformats.org/officeDocument/2006/math">
                    <m:d>
                      <m:dPr>
                        <m:begChr m:val="{"/>
                        <m:endChr m:val="}"/>
                        <m:ctrlPr>
                          <a:rPr lang="en-US" i="1" smtClean="0">
                            <a:latin typeface="Cambria Math" panose="02040503050406030204" pitchFamily="18" charset="0"/>
                          </a:rPr>
                        </m:ctrlPr>
                      </m:dPr>
                      <m:e>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0</m:t>
                                </m:r>
                              </m:e>
                            </m:d>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e>
                            </m:d>
                          </m:e>
                        </m:d>
                      </m:e>
                    </m:d>
                  </m:oMath>
                </a14:m>
                <a:r>
                  <a:rPr lang="en-US" dirty="0"/>
                  <a:t>  span the two-dimensional linear vector (Hilbert) space of the qubit</a:t>
                </a:r>
              </a:p>
              <a:p>
                <a:pPr lvl="1"/>
                <a:r>
                  <a:rPr lang="en-US" dirty="0"/>
                  <a:t>The state of the qubit is described by:</a:t>
                </a:r>
                <a14:m>
                  <m:oMath xmlns:m="http://schemas.openxmlformats.org/officeDocument/2006/math">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𝜓</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0</m:t>
                            </m:r>
                          </m:e>
                        </m:d>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1</m:t>
                            </m:r>
                          </m:e>
                        </m:d>
                      </m:e>
                    </m:d>
                  </m:oMath>
                </a14:m>
                <a:endParaRPr lang="en-US" dirty="0"/>
              </a:p>
              <a:p>
                <a:pPr lvl="2"/>
                <a:r>
                  <a:rPr lang="en-US" dirty="0"/>
                  <a:t>where </a:t>
                </a:r>
                <a14:m>
                  <m:oMath xmlns:m="http://schemas.openxmlformats.org/officeDocument/2006/math">
                    <m:sSup>
                      <m:sSupPr>
                        <m:ctrlPr>
                          <a:rPr lang="en-US" i="1" smtClean="0">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𝛼</m:t>
                            </m:r>
                          </m:e>
                        </m:d>
                      </m:e>
                      <m:sup>
                        <m:r>
                          <a:rPr lang="en-US" b="0" i="1" smtClean="0">
                            <a:latin typeface="Cambria Math" panose="02040503050406030204" pitchFamily="18" charset="0"/>
                          </a:rPr>
                          <m:t>2</m:t>
                        </m:r>
                      </m:sup>
                    </m:sSup>
                    <m:r>
                      <a:rPr lang="en-US" b="0" i="1" smtClean="0">
                        <a:latin typeface="Cambria Math" panose="02040503050406030204" pitchFamily="18" charset="0"/>
                      </a:rPr>
                      <m:t>+ </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𝛽</m:t>
                            </m:r>
                          </m:e>
                        </m:d>
                      </m:e>
                      <m:sup>
                        <m:r>
                          <a:rPr lang="en-US" i="1">
                            <a:latin typeface="Cambria Math" panose="02040503050406030204" pitchFamily="18" charset="0"/>
                          </a:rPr>
                          <m:t>2</m:t>
                        </m:r>
                      </m:sup>
                    </m:sSup>
                    <m:r>
                      <a:rPr lang="en-US" b="0" i="1" smtClean="0">
                        <a:latin typeface="Cambria Math" panose="02040503050406030204" pitchFamily="18" charset="0"/>
                      </a:rPr>
                      <m:t>=1</m:t>
                    </m:r>
                  </m:oMath>
                </a14:m>
                <a:endParaRPr lang="en-US" dirty="0"/>
              </a:p>
              <a:p>
                <a:pPr lvl="1"/>
                <a:r>
                  <a:rPr lang="en-US" dirty="0"/>
                  <a:t>Bloch sphere representation</a:t>
                </a:r>
              </a:p>
              <a:p>
                <a:pPr lvl="2"/>
                <a14:m>
                  <m:oMath xmlns:m="http://schemas.openxmlformats.org/officeDocument/2006/math">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𝜓</m:t>
                            </m:r>
                          </m:e>
                        </m:d>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𝑐𝑜𝑠</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𝜃</m:t>
                        </m:r>
                      </m:num>
                      <m:den>
                        <m:r>
                          <a:rPr lang="en-US" b="0" i="1" smtClean="0">
                            <a:latin typeface="Cambria Math" panose="02040503050406030204" pitchFamily="18" charset="0"/>
                            <a:ea typeface="Cambria Math" panose="02040503050406030204" pitchFamily="18" charset="0"/>
                          </a:rPr>
                          <m:t>2</m:t>
                        </m:r>
                      </m:den>
                    </m:f>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0</m:t>
                            </m:r>
                          </m:e>
                        </m:d>
                      </m:e>
                    </m:d>
                    <m:r>
                      <a:rPr lang="en-US" i="1">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𝜑</m:t>
                        </m:r>
                      </m:sup>
                    </m:sSup>
                    <m:r>
                      <a:rPr lang="en-US" b="0" i="1" smtClean="0">
                        <a:latin typeface="Cambria Math" panose="02040503050406030204" pitchFamily="18" charset="0"/>
                        <a:ea typeface="Cambria Math" panose="02040503050406030204" pitchFamily="18" charset="0"/>
                      </a:rPr>
                      <m:t>𝑠𝑖𝑛</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𝜃</m:t>
                        </m:r>
                      </m:num>
                      <m:den>
                        <m:r>
                          <a:rPr lang="en-US" i="1">
                            <a:latin typeface="Cambria Math" panose="02040503050406030204" pitchFamily="18" charset="0"/>
                            <a:ea typeface="Cambria Math" panose="02040503050406030204" pitchFamily="18" charset="0"/>
                          </a:rPr>
                          <m:t>2</m:t>
                        </m:r>
                      </m:den>
                    </m:f>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1</m:t>
                            </m:r>
                          </m:e>
                        </m:d>
                      </m:e>
                    </m:d>
                  </m:oMath>
                </a14:m>
                <a:endParaRPr lang="en-US" dirty="0"/>
              </a:p>
            </p:txBody>
          </p:sp>
        </mc:Choice>
        <mc:Fallback>
          <p:sp>
            <p:nvSpPr>
              <p:cNvPr id="3" name="Content Placeholder 2">
                <a:extLst>
                  <a:ext uri="{FF2B5EF4-FFF2-40B4-BE49-F238E27FC236}">
                    <a16:creationId xmlns:a16="http://schemas.microsoft.com/office/drawing/2014/main" id="{EC957167-ABA1-F20A-C441-7CA2BD994848}"/>
                  </a:ext>
                </a:extLst>
              </p:cNvPr>
              <p:cNvSpPr>
                <a:spLocks noGrp="1" noRot="1" noChangeAspect="1" noMove="1" noResize="1" noEditPoints="1" noAdjustHandles="1" noChangeArrowheads="1" noChangeShapeType="1" noTextEdit="1"/>
              </p:cNvSpPr>
              <p:nvPr>
                <p:ph idx="1"/>
              </p:nvPr>
            </p:nvSpPr>
            <p:spPr>
              <a:xfrm>
                <a:off x="117528" y="167305"/>
                <a:ext cx="9661903" cy="4985881"/>
              </a:xfrm>
              <a:blipFill>
                <a:blip r:embed="rId2"/>
                <a:stretch>
                  <a:fillRect l="-1183" t="-2030" r="-920" b="-6599"/>
                </a:stretch>
              </a:blipFill>
            </p:spPr>
            <p:txBody>
              <a:bodyPr/>
              <a:lstStyle/>
              <a:p>
                <a:r>
                  <a:rPr lang="en-US">
                    <a:noFill/>
                  </a:rPr>
                  <a:t> </a:t>
                </a:r>
              </a:p>
            </p:txBody>
          </p:sp>
        </mc:Fallback>
      </mc:AlternateContent>
      <p:pic>
        <p:nvPicPr>
          <p:cNvPr id="8197" name="Picture 5">
            <a:extLst>
              <a:ext uri="{FF2B5EF4-FFF2-40B4-BE49-F238E27FC236}">
                <a16:creationId xmlns:a16="http://schemas.microsoft.com/office/drawing/2014/main" id="{4BD56C24-9AF4-83B2-26D6-770FEDA89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7898" y="3532983"/>
            <a:ext cx="4230069" cy="310346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A13805A-BF1B-D193-C582-04DBF53FE300}"/>
              </a:ext>
            </a:extLst>
          </p:cNvPr>
          <p:cNvSpPr txBox="1"/>
          <p:nvPr/>
        </p:nvSpPr>
        <p:spPr>
          <a:xfrm>
            <a:off x="6544160" y="6581001"/>
            <a:ext cx="5647840" cy="276999"/>
          </a:xfrm>
          <a:prstGeom prst="rect">
            <a:avLst/>
          </a:prstGeom>
          <a:noFill/>
        </p:spPr>
        <p:txBody>
          <a:bodyPr wrap="square">
            <a:spAutoFit/>
          </a:bodyPr>
          <a:lstStyle/>
          <a:p>
            <a:r>
              <a:rPr lang="en-US" sz="1200" dirty="0"/>
              <a:t>https://</a:t>
            </a:r>
            <a:r>
              <a:rPr lang="en-US" sz="1200" dirty="0" err="1"/>
              <a:t>www.sharetechnote.com</a:t>
            </a:r>
            <a:r>
              <a:rPr lang="en-US" sz="1200" dirty="0"/>
              <a:t>/html/QC/</a:t>
            </a:r>
            <a:r>
              <a:rPr lang="en-US" sz="1200" dirty="0" err="1"/>
              <a:t>QuantumComputing_BlochSphere.html</a:t>
            </a:r>
            <a:endParaRPr lang="en-US" sz="1200" dirty="0"/>
          </a:p>
        </p:txBody>
      </p:sp>
    </p:spTree>
    <p:extLst>
      <p:ext uri="{BB962C8B-B14F-4D97-AF65-F5344CB8AC3E}">
        <p14:creationId xmlns:p14="http://schemas.microsoft.com/office/powerpoint/2010/main" val="2763643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1259B-570E-386D-9083-8D7D31554B0E}"/>
              </a:ext>
            </a:extLst>
          </p:cNvPr>
          <p:cNvSpPr>
            <a:spLocks noGrp="1"/>
          </p:cNvSpPr>
          <p:nvPr>
            <p:ph type="title"/>
          </p:nvPr>
        </p:nvSpPr>
        <p:spPr/>
        <p:txBody>
          <a:bodyPr/>
          <a:lstStyle/>
          <a:p>
            <a:r>
              <a:rPr lang="en-US" dirty="0"/>
              <a:t>Entanglement</a:t>
            </a:r>
          </a:p>
        </p:txBody>
      </p:sp>
      <p:sp>
        <p:nvSpPr>
          <p:cNvPr id="3" name="Content Placeholder 2">
            <a:extLst>
              <a:ext uri="{FF2B5EF4-FFF2-40B4-BE49-F238E27FC236}">
                <a16:creationId xmlns:a16="http://schemas.microsoft.com/office/drawing/2014/main" id="{F607BE4B-C9C8-714F-D3F6-BB3C4DDE7FA2}"/>
              </a:ext>
            </a:extLst>
          </p:cNvPr>
          <p:cNvSpPr>
            <a:spLocks noGrp="1"/>
          </p:cNvSpPr>
          <p:nvPr>
            <p:ph idx="1"/>
          </p:nvPr>
        </p:nvSpPr>
        <p:spPr/>
        <p:txBody>
          <a:bodyPr/>
          <a:lstStyle/>
          <a:p>
            <a:r>
              <a:rPr lang="en-US" dirty="0"/>
              <a:t>Quantum entanglement is a phenomenon where two or more quantum particles become linked in such a way that the state of one particle instantly determines the state of the other, no matter how far apart they are. In simple terms, it's like having two perfectly synchronized dice: if you roll one and get a six, the other—no matter where it is in the universe—will also show six at the exact same moment.</a:t>
            </a:r>
          </a:p>
        </p:txBody>
      </p:sp>
      <p:pic>
        <p:nvPicPr>
          <p:cNvPr id="5" name="Graphic 4" descr="Ghost with solid fill">
            <a:extLst>
              <a:ext uri="{FF2B5EF4-FFF2-40B4-BE49-F238E27FC236}">
                <a16:creationId xmlns:a16="http://schemas.microsoft.com/office/drawing/2014/main" id="{7D811188-ECCE-565C-7D71-C9B213BAE6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84597" y="386557"/>
            <a:ext cx="914400" cy="914400"/>
          </a:xfrm>
          <a:prstGeom prst="rect">
            <a:avLst/>
          </a:prstGeom>
        </p:spPr>
      </p:pic>
      <p:sp>
        <p:nvSpPr>
          <p:cNvPr id="9" name="TextBox 8">
            <a:extLst>
              <a:ext uri="{FF2B5EF4-FFF2-40B4-BE49-F238E27FC236}">
                <a16:creationId xmlns:a16="http://schemas.microsoft.com/office/drawing/2014/main" id="{08BB41B9-1752-D366-A9B2-5C5DD272EE41}"/>
              </a:ext>
            </a:extLst>
          </p:cNvPr>
          <p:cNvSpPr txBox="1"/>
          <p:nvPr/>
        </p:nvSpPr>
        <p:spPr>
          <a:xfrm>
            <a:off x="4754106" y="6492875"/>
            <a:ext cx="7357820" cy="276999"/>
          </a:xfrm>
          <a:prstGeom prst="rect">
            <a:avLst/>
          </a:prstGeom>
          <a:noFill/>
        </p:spPr>
        <p:txBody>
          <a:bodyPr wrap="square">
            <a:spAutoFit/>
          </a:bodyPr>
          <a:lstStyle/>
          <a:p>
            <a:r>
              <a:rPr lang="en-US" sz="1200" dirty="0">
                <a:hlinkClick r:id="rId4"/>
              </a:rPr>
              <a:t>https://www.spinquanta.com/news-detail/understanding-quantum-entanglement-the-ultimate-expert-guide</a:t>
            </a:r>
            <a:r>
              <a:rPr lang="en-US" sz="1200" dirty="0"/>
              <a:t> </a:t>
            </a:r>
          </a:p>
        </p:txBody>
      </p:sp>
    </p:spTree>
    <p:extLst>
      <p:ext uri="{BB962C8B-B14F-4D97-AF65-F5344CB8AC3E}">
        <p14:creationId xmlns:p14="http://schemas.microsoft.com/office/powerpoint/2010/main" val="1359269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52C4E-918D-3153-E883-897BA38C084C}"/>
              </a:ext>
            </a:extLst>
          </p:cNvPr>
          <p:cNvSpPr>
            <a:spLocks noGrp="1"/>
          </p:cNvSpPr>
          <p:nvPr>
            <p:ph type="title"/>
          </p:nvPr>
        </p:nvSpPr>
        <p:spPr/>
        <p:txBody>
          <a:bodyPr/>
          <a:lstStyle/>
          <a:p>
            <a:r>
              <a:rPr lang="en-US" dirty="0"/>
              <a:t>Entanglement in quantum computing</a:t>
            </a:r>
          </a:p>
        </p:txBody>
      </p:sp>
      <p:sp>
        <p:nvSpPr>
          <p:cNvPr id="3" name="Content Placeholder 2">
            <a:extLst>
              <a:ext uri="{FF2B5EF4-FFF2-40B4-BE49-F238E27FC236}">
                <a16:creationId xmlns:a16="http://schemas.microsoft.com/office/drawing/2014/main" id="{B039A310-AEE8-2815-D0E1-2E1686F27C75}"/>
              </a:ext>
            </a:extLst>
          </p:cNvPr>
          <p:cNvSpPr>
            <a:spLocks noGrp="1"/>
          </p:cNvSpPr>
          <p:nvPr>
            <p:ph idx="1"/>
          </p:nvPr>
        </p:nvSpPr>
        <p:spPr/>
        <p:txBody>
          <a:bodyPr>
            <a:normAutofit fontScale="92500" lnSpcReduction="10000"/>
          </a:bodyPr>
          <a:lstStyle/>
          <a:p>
            <a:r>
              <a:rPr lang="en-US" b="1" dirty="0"/>
              <a:t>Parallelism and Information Sharing</a:t>
            </a:r>
            <a:r>
              <a:rPr lang="en-US" dirty="0"/>
              <a:t>: Entanglement allows qubits to represent and process multiple values simultaneously, increasing computational parallelism.</a:t>
            </a:r>
          </a:p>
          <a:p>
            <a:r>
              <a:rPr lang="en-US" b="1" dirty="0"/>
              <a:t>Quantum Speedup</a:t>
            </a:r>
            <a:r>
              <a:rPr lang="en-US" dirty="0"/>
              <a:t>: Many quantum algorithms (such as Shor's algorithm and Grover's algorithm) rely on entangled states to outperform their classical counterparts.</a:t>
            </a:r>
          </a:p>
          <a:p>
            <a:r>
              <a:rPr lang="en-US" b="1" dirty="0"/>
              <a:t>Quantum Error Correction</a:t>
            </a:r>
            <a:r>
              <a:rPr lang="en-US" dirty="0"/>
              <a:t>: Entangled qubits are used to detect and correct errors in quantum systems, maintaining coherence over longer periods.</a:t>
            </a:r>
          </a:p>
          <a:p>
            <a:r>
              <a:rPr lang="en-US" b="1" dirty="0"/>
              <a:t>Quantum Gate Operations</a:t>
            </a:r>
            <a:r>
              <a:rPr lang="en-US" dirty="0"/>
              <a:t>: Multi-qubit quantum gates like the CNOT gate depend on entanglement to manipulate data across qubits.</a:t>
            </a:r>
          </a:p>
        </p:txBody>
      </p:sp>
      <p:sp>
        <p:nvSpPr>
          <p:cNvPr id="4" name="TextBox 3">
            <a:extLst>
              <a:ext uri="{FF2B5EF4-FFF2-40B4-BE49-F238E27FC236}">
                <a16:creationId xmlns:a16="http://schemas.microsoft.com/office/drawing/2014/main" id="{5E148807-69D7-09D3-572E-797EF7C54E9F}"/>
              </a:ext>
            </a:extLst>
          </p:cNvPr>
          <p:cNvSpPr txBox="1"/>
          <p:nvPr/>
        </p:nvSpPr>
        <p:spPr>
          <a:xfrm>
            <a:off x="6604862" y="6581001"/>
            <a:ext cx="5587138" cy="276999"/>
          </a:xfrm>
          <a:prstGeom prst="rect">
            <a:avLst/>
          </a:prstGeom>
          <a:noFill/>
        </p:spPr>
        <p:txBody>
          <a:bodyPr wrap="square">
            <a:spAutoFit/>
          </a:bodyPr>
          <a:lstStyle/>
          <a:p>
            <a:r>
              <a:rPr lang="en-US" sz="1200" dirty="0">
                <a:hlinkClick r:id="rId2"/>
              </a:rPr>
              <a:t>https://www.spinquanta.com/news-detail/entanglement-in-quantum-computing</a:t>
            </a:r>
            <a:r>
              <a:rPr lang="en-US" sz="1200" dirty="0"/>
              <a:t> </a:t>
            </a:r>
          </a:p>
        </p:txBody>
      </p:sp>
    </p:spTree>
    <p:extLst>
      <p:ext uri="{BB962C8B-B14F-4D97-AF65-F5344CB8AC3E}">
        <p14:creationId xmlns:p14="http://schemas.microsoft.com/office/powerpoint/2010/main" val="2446577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BFEC-9080-B1D8-5731-3A14ACE7571E}"/>
              </a:ext>
            </a:extLst>
          </p:cNvPr>
          <p:cNvSpPr>
            <a:spLocks noGrp="1"/>
          </p:cNvSpPr>
          <p:nvPr>
            <p:ph type="title"/>
          </p:nvPr>
        </p:nvSpPr>
        <p:spPr/>
        <p:txBody>
          <a:bodyPr/>
          <a:lstStyle/>
          <a:p>
            <a:r>
              <a:rPr lang="en-US" dirty="0"/>
              <a:t>Quantum Interference</a:t>
            </a:r>
          </a:p>
        </p:txBody>
      </p:sp>
      <p:sp>
        <p:nvSpPr>
          <p:cNvPr id="3" name="Content Placeholder 2">
            <a:extLst>
              <a:ext uri="{FF2B5EF4-FFF2-40B4-BE49-F238E27FC236}">
                <a16:creationId xmlns:a16="http://schemas.microsoft.com/office/drawing/2014/main" id="{968416E7-13A9-41C1-7481-EA2A4F8D4F0C}"/>
              </a:ext>
            </a:extLst>
          </p:cNvPr>
          <p:cNvSpPr>
            <a:spLocks noGrp="1"/>
          </p:cNvSpPr>
          <p:nvPr>
            <p:ph idx="1"/>
          </p:nvPr>
        </p:nvSpPr>
        <p:spPr>
          <a:xfrm>
            <a:off x="838200" y="1825625"/>
            <a:ext cx="10515600" cy="4667250"/>
          </a:xfrm>
        </p:spPr>
        <p:txBody>
          <a:bodyPr>
            <a:normAutofit fontScale="92500" lnSpcReduction="20000"/>
          </a:bodyPr>
          <a:lstStyle/>
          <a:p>
            <a:r>
              <a:rPr lang="en-US" dirty="0"/>
              <a:t>Quantum interference is a phenomenon in quantum mechanics that arises from the wave-like nature of quantum particles such as electrons or photons. When a particle is in a superposition of multiple states, these states can interfere with each other leading to constructive or destructive interference</a:t>
            </a:r>
          </a:p>
          <a:p>
            <a:r>
              <a:rPr lang="en-US" dirty="0"/>
              <a:t>Interference is the basis of many quantum algorithms and can lead to significant speedups in computation</a:t>
            </a:r>
          </a:p>
          <a:p>
            <a:r>
              <a:rPr lang="en-US" dirty="0"/>
              <a:t>Quantum Fourier transform (QFT),uses superpositions of different states, and quantum interference between them, to compute the Fourier transform of a quantum state. The interference between different paths in the QFT can be used to enhance the probability of measuring the correct solution and suppress the probability of measuring incorrect solutions, leading to a speedup in the computation.</a:t>
            </a:r>
          </a:p>
        </p:txBody>
      </p:sp>
      <p:sp>
        <p:nvSpPr>
          <p:cNvPr id="5" name="TextBox 4">
            <a:extLst>
              <a:ext uri="{FF2B5EF4-FFF2-40B4-BE49-F238E27FC236}">
                <a16:creationId xmlns:a16="http://schemas.microsoft.com/office/drawing/2014/main" id="{F6ADB0B1-9B20-D4F9-A3FF-2C147F73BA41}"/>
              </a:ext>
            </a:extLst>
          </p:cNvPr>
          <p:cNvSpPr txBox="1"/>
          <p:nvPr/>
        </p:nvSpPr>
        <p:spPr>
          <a:xfrm>
            <a:off x="84043" y="6581001"/>
            <a:ext cx="7379073" cy="276999"/>
          </a:xfrm>
          <a:prstGeom prst="rect">
            <a:avLst/>
          </a:prstGeom>
          <a:noFill/>
        </p:spPr>
        <p:txBody>
          <a:bodyPr wrap="square">
            <a:spAutoFit/>
          </a:bodyPr>
          <a:lstStyle/>
          <a:p>
            <a:r>
              <a:rPr lang="en-US" sz="1200" dirty="0"/>
              <a:t>https://</a:t>
            </a:r>
            <a:r>
              <a:rPr lang="en-US" sz="1200" dirty="0" err="1"/>
              <a:t>quantum.microsoft.com</a:t>
            </a:r>
            <a:r>
              <a:rPr lang="en-US" sz="1200" dirty="0"/>
              <a:t>/</a:t>
            </a:r>
            <a:r>
              <a:rPr lang="en-US" sz="1200" dirty="0" err="1"/>
              <a:t>en</a:t>
            </a:r>
            <a:r>
              <a:rPr lang="en-US" sz="1200" dirty="0"/>
              <a:t>-us/insights/education/concepts/interference</a:t>
            </a:r>
          </a:p>
        </p:txBody>
      </p:sp>
      <p:pic>
        <p:nvPicPr>
          <p:cNvPr id="1026" name="Picture 2" descr="Two Points and Interference">
            <a:extLst>
              <a:ext uri="{FF2B5EF4-FFF2-40B4-BE49-F238E27FC236}">
                <a16:creationId xmlns:a16="http://schemas.microsoft.com/office/drawing/2014/main" id="{9FA5BF50-2986-C5C9-8091-4189FE08DC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8775" y="115795"/>
            <a:ext cx="2294965" cy="1529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163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6691B-1BF4-C4F0-3450-A098694913FC}"/>
              </a:ext>
            </a:extLst>
          </p:cNvPr>
          <p:cNvSpPr>
            <a:spLocks noGrp="1"/>
          </p:cNvSpPr>
          <p:nvPr>
            <p:ph type="title"/>
          </p:nvPr>
        </p:nvSpPr>
        <p:spPr/>
        <p:txBody>
          <a:bodyPr/>
          <a:lstStyle/>
          <a:p>
            <a:r>
              <a:rPr lang="en-US" dirty="0"/>
              <a:t>Quantum Errors – Quantum Computing largest challenge</a:t>
            </a:r>
          </a:p>
        </p:txBody>
      </p:sp>
      <p:sp>
        <p:nvSpPr>
          <p:cNvPr id="3" name="Content Placeholder 2">
            <a:extLst>
              <a:ext uri="{FF2B5EF4-FFF2-40B4-BE49-F238E27FC236}">
                <a16:creationId xmlns:a16="http://schemas.microsoft.com/office/drawing/2014/main" id="{90D2F15B-CC95-8E8A-786D-BF5D56B2DAC2}"/>
              </a:ext>
            </a:extLst>
          </p:cNvPr>
          <p:cNvSpPr>
            <a:spLocks noGrp="1"/>
          </p:cNvSpPr>
          <p:nvPr>
            <p:ph idx="1"/>
          </p:nvPr>
        </p:nvSpPr>
        <p:spPr/>
        <p:txBody>
          <a:bodyPr>
            <a:normAutofit lnSpcReduction="10000"/>
          </a:bodyPr>
          <a:lstStyle/>
          <a:p>
            <a:r>
              <a:rPr lang="en-US" dirty="0"/>
              <a:t>Qubits superposition makes them extremely sensitive to environmental interference</a:t>
            </a:r>
          </a:p>
          <a:p>
            <a:pPr lvl="1"/>
            <a:r>
              <a:rPr lang="en-US" dirty="0"/>
              <a:t>Bit flips, phase flips, or both, depolarizing and amplitude damping</a:t>
            </a:r>
          </a:p>
          <a:p>
            <a:r>
              <a:rPr lang="en-US" dirty="0"/>
              <a:t>Quantum Error Correction (QEC)</a:t>
            </a:r>
          </a:p>
          <a:p>
            <a:pPr lvl="1"/>
            <a:r>
              <a:rPr lang="en-US" dirty="0"/>
              <a:t>Surface Code: Uses a 2D-lattice of qubits</a:t>
            </a:r>
          </a:p>
          <a:p>
            <a:pPr lvl="1"/>
            <a:r>
              <a:rPr lang="en-US" dirty="0"/>
              <a:t>Shor’s Code: Employs nine physical qubits to encode one logical qubit and can correct any single-qubit error.</a:t>
            </a:r>
          </a:p>
          <a:p>
            <a:pPr lvl="1"/>
            <a:r>
              <a:rPr lang="en-US" dirty="0"/>
              <a:t>Steane Code: A seven-qubit CSS (Calderbank-Shor-Steane) code correcting single-qubit errors using fewer resources than Shor’s code</a:t>
            </a:r>
          </a:p>
          <a:p>
            <a:r>
              <a:rPr lang="en-US" dirty="0"/>
              <a:t>Recent advances by IBM [1,2] and others</a:t>
            </a:r>
          </a:p>
          <a:p>
            <a:r>
              <a:rPr lang="en-US" dirty="0"/>
              <a:t>Fault tolerant Quantum computers by 2030</a:t>
            </a:r>
          </a:p>
        </p:txBody>
      </p:sp>
      <p:sp>
        <p:nvSpPr>
          <p:cNvPr id="5" name="TextBox 4">
            <a:extLst>
              <a:ext uri="{FF2B5EF4-FFF2-40B4-BE49-F238E27FC236}">
                <a16:creationId xmlns:a16="http://schemas.microsoft.com/office/drawing/2014/main" id="{1CF437C0-20C9-F242-9840-99B03B4122A8}"/>
              </a:ext>
            </a:extLst>
          </p:cNvPr>
          <p:cNvSpPr txBox="1"/>
          <p:nvPr/>
        </p:nvSpPr>
        <p:spPr>
          <a:xfrm>
            <a:off x="275093" y="6176963"/>
            <a:ext cx="11782587" cy="430887"/>
          </a:xfrm>
          <a:prstGeom prst="rect">
            <a:avLst/>
          </a:prstGeom>
          <a:noFill/>
        </p:spPr>
        <p:txBody>
          <a:bodyPr wrap="square">
            <a:spAutoFit/>
          </a:bodyPr>
          <a:lstStyle/>
          <a:p>
            <a:pPr marL="228600" indent="-228600" algn="l" fontAlgn="base">
              <a:buFont typeface="+mj-lt"/>
              <a:buAutoNum type="arabicPeriod"/>
            </a:pPr>
            <a:r>
              <a:rPr lang="en-US" sz="1100" b="0" i="0" dirty="0" err="1">
                <a:solidFill>
                  <a:srgbClr val="161616"/>
                </a:solidFill>
                <a:effectLst/>
                <a:latin typeface="IBM Plex Sans" panose="020B0503050203000203" pitchFamily="34" charset="0"/>
              </a:rPr>
              <a:t>Bravyi</a:t>
            </a:r>
            <a:r>
              <a:rPr lang="en-US" sz="1100" b="0" i="0" dirty="0">
                <a:solidFill>
                  <a:srgbClr val="161616"/>
                </a:solidFill>
                <a:effectLst/>
                <a:latin typeface="IBM Plex Sans" panose="020B0503050203000203" pitchFamily="34" charset="0"/>
              </a:rPr>
              <a:t>, S., Cross, A.W., Gambetta, J.M. et al. High-threshold and low-overhead fault-tolerant quantum memory. Nature 627, 778–782 (2024).</a:t>
            </a:r>
          </a:p>
          <a:p>
            <a:pPr marL="228600" indent="-228600" fontAlgn="base">
              <a:buFont typeface="+mj-lt"/>
              <a:buAutoNum type="arabicPeriod"/>
            </a:pPr>
            <a:r>
              <a:rPr lang="en-US" sz="1100" dirty="0"/>
              <a:t>Yoder, Theodore J., Eddie </a:t>
            </a:r>
            <a:r>
              <a:rPr lang="en-US" sz="1100" dirty="0" err="1"/>
              <a:t>Schoute</a:t>
            </a:r>
            <a:r>
              <a:rPr lang="en-US" sz="1100" dirty="0"/>
              <a:t>, Patrick Rall, et al. “Tour de Gross: A Modular Quantum Computer Based on Bivariate Bicycle Codes.” arXiv:2506.03094. Preprint, </a:t>
            </a:r>
            <a:r>
              <a:rPr lang="en-US" sz="1100" dirty="0" err="1"/>
              <a:t>arXiv</a:t>
            </a:r>
            <a:r>
              <a:rPr lang="en-US" sz="1100" dirty="0"/>
              <a:t>, June 3, 2025.</a:t>
            </a:r>
          </a:p>
        </p:txBody>
      </p:sp>
    </p:spTree>
    <p:extLst>
      <p:ext uri="{BB962C8B-B14F-4D97-AF65-F5344CB8AC3E}">
        <p14:creationId xmlns:p14="http://schemas.microsoft.com/office/powerpoint/2010/main" val="3618148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This is the IBM Quantum Development and Innovation Roadmap 2025. It is a graphic broken into several parts that takes readers through IBM Quantum goals and milestones—past, present, and future—on the road to large-scale, fault-tolerant quantum computing. For details, read the guided roadmap PDF linked above.">
            <a:extLst>
              <a:ext uri="{FF2B5EF4-FFF2-40B4-BE49-F238E27FC236}">
                <a16:creationId xmlns:a16="http://schemas.microsoft.com/office/drawing/2014/main" id="{D931CE3E-68B9-C012-117B-613B2BFC97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84" t="3583" r="2404" b="3540"/>
          <a:stretch>
            <a:fillRect/>
          </a:stretch>
        </p:blipFill>
        <p:spPr bwMode="auto">
          <a:xfrm>
            <a:off x="104836" y="81539"/>
            <a:ext cx="12002491" cy="6534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010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4FB79-7B60-01A7-2437-C4EA072C6C8F}"/>
              </a:ext>
            </a:extLst>
          </p:cNvPr>
          <p:cNvSpPr>
            <a:spLocks noGrp="1"/>
          </p:cNvSpPr>
          <p:nvPr>
            <p:ph type="title"/>
          </p:nvPr>
        </p:nvSpPr>
        <p:spPr>
          <a:xfrm>
            <a:off x="919739" y="69310"/>
            <a:ext cx="5393698" cy="1325563"/>
          </a:xfrm>
        </p:spPr>
        <p:txBody>
          <a:bodyPr/>
          <a:lstStyle/>
          <a:p>
            <a:r>
              <a:rPr lang="en-US" dirty="0"/>
              <a:t>Quantum Advantage</a:t>
            </a:r>
          </a:p>
        </p:txBody>
      </p:sp>
      <p:sp>
        <p:nvSpPr>
          <p:cNvPr id="3" name="Content Placeholder 2">
            <a:extLst>
              <a:ext uri="{FF2B5EF4-FFF2-40B4-BE49-F238E27FC236}">
                <a16:creationId xmlns:a16="http://schemas.microsoft.com/office/drawing/2014/main" id="{4FA399FE-1CCF-BA64-D6FE-770AE3E9C2FF}"/>
              </a:ext>
            </a:extLst>
          </p:cNvPr>
          <p:cNvSpPr>
            <a:spLocks noGrp="1"/>
          </p:cNvSpPr>
          <p:nvPr>
            <p:ph idx="1"/>
          </p:nvPr>
        </p:nvSpPr>
        <p:spPr>
          <a:xfrm>
            <a:off x="262530" y="1097600"/>
            <a:ext cx="7576848" cy="5137092"/>
          </a:xfrm>
        </p:spPr>
        <p:txBody>
          <a:bodyPr>
            <a:normAutofit lnSpcReduction="10000"/>
          </a:bodyPr>
          <a:lstStyle/>
          <a:p>
            <a:r>
              <a:rPr lang="en-US" dirty="0"/>
              <a:t> A quantum computer can run a computation more accurately, cheaply, or efficiently than a classical computer</a:t>
            </a:r>
          </a:p>
          <a:p>
            <a:r>
              <a:rPr lang="en-US" dirty="0"/>
              <a:t>Effort to develop an accurate measurement [1]</a:t>
            </a:r>
          </a:p>
          <a:p>
            <a:pPr marL="914400" lvl="1" indent="-457200">
              <a:buFont typeface="+mj-lt"/>
              <a:buAutoNum type="arabicPeriod"/>
            </a:pPr>
            <a:r>
              <a:rPr lang="en-US" dirty="0"/>
              <a:t>The correctness of the quantum computer's output can be rigorously validated</a:t>
            </a:r>
          </a:p>
          <a:p>
            <a:pPr marL="914400" lvl="1" indent="-457200">
              <a:buFont typeface="+mj-lt"/>
              <a:buAutoNum type="arabicPeriod"/>
            </a:pPr>
            <a:r>
              <a:rPr lang="en-US" dirty="0"/>
              <a:t>Performed with a </a:t>
            </a:r>
            <a:r>
              <a:rPr lang="en-US" i="1" dirty="0"/>
              <a:t>quantum separation </a:t>
            </a:r>
            <a:r>
              <a:rPr lang="en-US" dirty="0"/>
              <a:t>that demonstrates superior efficiency, cost-effectiveness, or accuracy over what is attainable with classical computation alone</a:t>
            </a:r>
          </a:p>
          <a:p>
            <a:r>
              <a:rPr lang="en-US" dirty="0"/>
              <a:t>Examples of quantum advantage</a:t>
            </a:r>
          </a:p>
          <a:p>
            <a:pPr lvl="1"/>
            <a:r>
              <a:rPr lang="en-US" dirty="0"/>
              <a:t>Microsoft in 2019 [2]</a:t>
            </a:r>
          </a:p>
          <a:p>
            <a:pPr lvl="1"/>
            <a:r>
              <a:rPr lang="en-US" dirty="0"/>
              <a:t>D-Wave in 2025 [3]</a:t>
            </a:r>
          </a:p>
        </p:txBody>
      </p:sp>
      <p:pic>
        <p:nvPicPr>
          <p:cNvPr id="9218" name="Picture 2">
            <a:extLst>
              <a:ext uri="{FF2B5EF4-FFF2-40B4-BE49-F238E27FC236}">
                <a16:creationId xmlns:a16="http://schemas.microsoft.com/office/drawing/2014/main" id="{79249693-8BB3-E68C-9323-A771097A13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143" y="1"/>
            <a:ext cx="4275802" cy="291210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FD11969-4FF4-0E6B-9D99-D6C2505499CD}"/>
              </a:ext>
            </a:extLst>
          </p:cNvPr>
          <p:cNvSpPr txBox="1"/>
          <p:nvPr/>
        </p:nvSpPr>
        <p:spPr>
          <a:xfrm>
            <a:off x="8112320" y="2785145"/>
            <a:ext cx="3606683" cy="253916"/>
          </a:xfrm>
          <a:prstGeom prst="rect">
            <a:avLst/>
          </a:prstGeom>
          <a:noFill/>
        </p:spPr>
        <p:txBody>
          <a:bodyPr wrap="square">
            <a:spAutoFit/>
          </a:bodyPr>
          <a:lstStyle/>
          <a:p>
            <a:r>
              <a:rPr lang="en-US" sz="1000" dirty="0"/>
              <a:t>https://</a:t>
            </a:r>
            <a:r>
              <a:rPr lang="en-US" sz="1000" dirty="0" err="1"/>
              <a:t>www.ibm.com</a:t>
            </a:r>
            <a:r>
              <a:rPr lang="en-US" sz="1000" dirty="0"/>
              <a:t>/quantum/blog/quantum-advantage-era</a:t>
            </a:r>
          </a:p>
        </p:txBody>
      </p:sp>
      <p:sp>
        <p:nvSpPr>
          <p:cNvPr id="7" name="TextBox 6">
            <a:extLst>
              <a:ext uri="{FF2B5EF4-FFF2-40B4-BE49-F238E27FC236}">
                <a16:creationId xmlns:a16="http://schemas.microsoft.com/office/drawing/2014/main" id="{96FFDC0C-99CB-1675-99F8-B2F53D194336}"/>
              </a:ext>
            </a:extLst>
          </p:cNvPr>
          <p:cNvSpPr txBox="1"/>
          <p:nvPr/>
        </p:nvSpPr>
        <p:spPr>
          <a:xfrm>
            <a:off x="90273" y="6234692"/>
            <a:ext cx="11098021" cy="553998"/>
          </a:xfrm>
          <a:prstGeom prst="rect">
            <a:avLst/>
          </a:prstGeom>
          <a:noFill/>
        </p:spPr>
        <p:txBody>
          <a:bodyPr wrap="square">
            <a:spAutoFit/>
          </a:bodyPr>
          <a:lstStyle/>
          <a:p>
            <a:pPr marL="228600" indent="-228600">
              <a:buFont typeface="+mj-lt"/>
              <a:buAutoNum type="arabicPeriod"/>
            </a:pPr>
            <a:r>
              <a:rPr lang="en-US" sz="1000" dirty="0">
                <a:effectLst/>
              </a:rPr>
              <a:t>Lanes, Olivia, Mourad Beji, Antonio D. Corcoles, et al. “A Framework for Quantum Advantage.” arXiv:2506.20658. Preprint, </a:t>
            </a:r>
            <a:r>
              <a:rPr lang="en-US" sz="1000" dirty="0" err="1">
                <a:effectLst/>
              </a:rPr>
              <a:t>arXiv</a:t>
            </a:r>
            <a:r>
              <a:rPr lang="en-US" sz="1000" dirty="0">
                <a:effectLst/>
              </a:rPr>
              <a:t>, July 14, 2025.</a:t>
            </a:r>
            <a:r>
              <a:rPr lang="en-US" sz="1000" dirty="0"/>
              <a:t> </a:t>
            </a:r>
          </a:p>
          <a:p>
            <a:pPr marL="228600" indent="-228600">
              <a:buFont typeface="+mj-lt"/>
              <a:buAutoNum type="arabicPeriod"/>
            </a:pPr>
            <a:r>
              <a:rPr lang="en-US" sz="1000" dirty="0" err="1"/>
              <a:t>Arute</a:t>
            </a:r>
            <a:r>
              <a:rPr lang="en-US" sz="1000" dirty="0"/>
              <a:t>, Frank, Kunal Arya, Ryan </a:t>
            </a:r>
            <a:r>
              <a:rPr lang="en-US" sz="1000" dirty="0" err="1"/>
              <a:t>Babbush</a:t>
            </a:r>
            <a:r>
              <a:rPr lang="en-US" sz="1000" dirty="0"/>
              <a:t>, et al. “Quantum Supremacy Using a Programmable Superconducting Processor.” </a:t>
            </a:r>
            <a:r>
              <a:rPr lang="en-US" sz="1000" i="1" dirty="0"/>
              <a:t>Nature</a:t>
            </a:r>
            <a:r>
              <a:rPr lang="en-US" sz="1000" dirty="0"/>
              <a:t> 574, no. 7779 (2019): 505–10.</a:t>
            </a:r>
          </a:p>
          <a:p>
            <a:pPr marL="228600" indent="-228600">
              <a:buFont typeface="+mj-lt"/>
              <a:buAutoNum type="arabicPeriod"/>
            </a:pPr>
            <a:r>
              <a:rPr lang="en-US" sz="1000" dirty="0"/>
              <a:t>King, Andrew D., Alberto Nocera, Marek M. Rams, et al. “Beyond-Classical Computation in Quantum Simulation.” </a:t>
            </a:r>
            <a:r>
              <a:rPr lang="en-US" sz="1000" i="1" dirty="0"/>
              <a:t>Science</a:t>
            </a:r>
            <a:r>
              <a:rPr lang="en-US" sz="1000" dirty="0"/>
              <a:t> 388, no. 6743 (2025): 199–204. </a:t>
            </a:r>
          </a:p>
        </p:txBody>
      </p:sp>
    </p:spTree>
    <p:extLst>
      <p:ext uri="{BB962C8B-B14F-4D97-AF65-F5344CB8AC3E}">
        <p14:creationId xmlns:p14="http://schemas.microsoft.com/office/powerpoint/2010/main" val="386748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19BC9-CA52-7811-9C0E-240674D93341}"/>
              </a:ext>
            </a:extLst>
          </p:cNvPr>
          <p:cNvSpPr>
            <a:spLocks noGrp="1"/>
          </p:cNvSpPr>
          <p:nvPr>
            <p:ph type="title"/>
          </p:nvPr>
        </p:nvSpPr>
        <p:spPr/>
        <p:txBody>
          <a:bodyPr>
            <a:normAutofit/>
          </a:bodyPr>
          <a:lstStyle/>
          <a:p>
            <a:r>
              <a:rPr lang="en-US" sz="4000" dirty="0"/>
              <a:t>Ok, so what can we do with Quantum Computers?</a:t>
            </a:r>
          </a:p>
        </p:txBody>
      </p:sp>
      <p:sp>
        <p:nvSpPr>
          <p:cNvPr id="3" name="Content Placeholder 2">
            <a:extLst>
              <a:ext uri="{FF2B5EF4-FFF2-40B4-BE49-F238E27FC236}">
                <a16:creationId xmlns:a16="http://schemas.microsoft.com/office/drawing/2014/main" id="{29114E08-045F-70D0-6C67-9531912295D1}"/>
              </a:ext>
            </a:extLst>
          </p:cNvPr>
          <p:cNvSpPr>
            <a:spLocks noGrp="1"/>
          </p:cNvSpPr>
          <p:nvPr>
            <p:ph idx="1"/>
          </p:nvPr>
        </p:nvSpPr>
        <p:spPr>
          <a:xfrm>
            <a:off x="838200" y="1825625"/>
            <a:ext cx="10515600" cy="2827914"/>
          </a:xfrm>
        </p:spPr>
        <p:txBody>
          <a:bodyPr>
            <a:normAutofit fontScale="92500" lnSpcReduction="10000"/>
          </a:bodyPr>
          <a:lstStyle/>
          <a:p>
            <a:r>
              <a:rPr lang="en-US" dirty="0"/>
              <a:t>Shor’s algorithm[1]</a:t>
            </a:r>
          </a:p>
          <a:p>
            <a:pPr lvl="1"/>
            <a:r>
              <a:rPr lang="en-US" dirty="0"/>
              <a:t>Finds prime factors to large numbers (15 = 3 x 5)</a:t>
            </a:r>
          </a:p>
          <a:p>
            <a:pPr lvl="1"/>
            <a:r>
              <a:rPr lang="en-US" dirty="0"/>
              <a:t>Uses quantum mechanics, such as, superposition and quantum Fourier transforms</a:t>
            </a:r>
          </a:p>
          <a:p>
            <a:pPr lvl="1"/>
            <a:r>
              <a:rPr lang="en-US" dirty="0"/>
              <a:t>Exponential speedup</a:t>
            </a:r>
          </a:p>
          <a:p>
            <a:r>
              <a:rPr lang="en-US" dirty="0"/>
              <a:t>Grover's algorithm[2]</a:t>
            </a:r>
          </a:p>
          <a:p>
            <a:pPr lvl="1"/>
            <a:r>
              <a:rPr lang="en-US" dirty="0"/>
              <a:t>Search algorithm</a:t>
            </a:r>
          </a:p>
          <a:p>
            <a:pPr lvl="1"/>
            <a:r>
              <a:rPr lang="en-US" dirty="0"/>
              <a:t>Quadratic speedup</a:t>
            </a:r>
          </a:p>
          <a:p>
            <a:endParaRPr lang="en-US" dirty="0"/>
          </a:p>
        </p:txBody>
      </p:sp>
      <p:sp>
        <p:nvSpPr>
          <p:cNvPr id="5" name="TextBox 4">
            <a:extLst>
              <a:ext uri="{FF2B5EF4-FFF2-40B4-BE49-F238E27FC236}">
                <a16:creationId xmlns:a16="http://schemas.microsoft.com/office/drawing/2014/main" id="{8C000989-760A-2FD5-3BC4-CBD98A9F4BEF}"/>
              </a:ext>
            </a:extLst>
          </p:cNvPr>
          <p:cNvSpPr txBox="1"/>
          <p:nvPr/>
        </p:nvSpPr>
        <p:spPr>
          <a:xfrm>
            <a:off x="144635" y="6074374"/>
            <a:ext cx="12047365" cy="600164"/>
          </a:xfrm>
          <a:prstGeom prst="rect">
            <a:avLst/>
          </a:prstGeom>
          <a:noFill/>
        </p:spPr>
        <p:txBody>
          <a:bodyPr wrap="square">
            <a:spAutoFit/>
          </a:bodyPr>
          <a:lstStyle/>
          <a:p>
            <a:pPr marL="228600" indent="-228600">
              <a:buFont typeface="+mj-lt"/>
              <a:buAutoNum type="arabicPeriod"/>
            </a:pPr>
            <a:r>
              <a:rPr lang="en-US" sz="1100" dirty="0"/>
              <a:t>Shor, P.W. (1994). "Algorithms for quantum computation: Discrete logarithms and factoring". Proceedings 35th Annual Symposium on Foundations of Computer Science. pp. 124–134.</a:t>
            </a:r>
          </a:p>
          <a:p>
            <a:pPr marL="228600" indent="-228600">
              <a:buFont typeface="+mj-lt"/>
              <a:buAutoNum type="arabicPeriod"/>
            </a:pPr>
            <a:r>
              <a:rPr lang="en-US" sz="1100" dirty="0"/>
              <a:t>Grover, Lov K. (1996-07-01). "A fast quantum mechanical algorithm for database search". Proceedings of the twenty-eighth annual ACM symposium on Theory of computing - STOC '96. Philadelphia, Pennsylvania, USA: Association for Computing Machinery. pp. 212–219. </a:t>
            </a:r>
            <a:r>
              <a:rPr lang="en-US" sz="1100" dirty="0" err="1"/>
              <a:t>arXiv:quant-ph</a:t>
            </a:r>
            <a:r>
              <a:rPr lang="en-US" sz="1100" dirty="0"/>
              <a:t>/9605043.</a:t>
            </a:r>
          </a:p>
        </p:txBody>
      </p:sp>
      <p:pic>
        <p:nvPicPr>
          <p:cNvPr id="2050" name="Picture 2">
            <a:hlinkClick r:id="rId2"/>
            <a:extLst>
              <a:ext uri="{FF2B5EF4-FFF2-40B4-BE49-F238E27FC236}">
                <a16:creationId xmlns:a16="http://schemas.microsoft.com/office/drawing/2014/main" id="{7CCC591D-90D3-1278-A1C4-49A7AA1BD6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8882" y="3957218"/>
            <a:ext cx="2933700" cy="1650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06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57FFA-8BFF-B698-4A0E-8085D802C158}"/>
              </a:ext>
            </a:extLst>
          </p:cNvPr>
          <p:cNvSpPr>
            <a:spLocks noGrp="1"/>
          </p:cNvSpPr>
          <p:nvPr>
            <p:ph type="title"/>
          </p:nvPr>
        </p:nvSpPr>
        <p:spPr>
          <a:xfrm>
            <a:off x="0" y="88348"/>
            <a:ext cx="8218714" cy="1325563"/>
          </a:xfrm>
        </p:spPr>
        <p:txBody>
          <a:bodyPr/>
          <a:lstStyle/>
          <a:p>
            <a:r>
              <a:rPr lang="en-US" dirty="0"/>
              <a:t>Quantum Machine Learning (QML)</a:t>
            </a:r>
          </a:p>
        </p:txBody>
      </p:sp>
      <p:pic>
        <p:nvPicPr>
          <p:cNvPr id="6" name="Picture 5">
            <a:extLst>
              <a:ext uri="{FF2B5EF4-FFF2-40B4-BE49-F238E27FC236}">
                <a16:creationId xmlns:a16="http://schemas.microsoft.com/office/drawing/2014/main" id="{2C06E88B-8C48-A67E-3ADD-5D1C0113A302}"/>
              </a:ext>
            </a:extLst>
          </p:cNvPr>
          <p:cNvPicPr>
            <a:picLocks noChangeAspect="1"/>
          </p:cNvPicPr>
          <p:nvPr/>
        </p:nvPicPr>
        <p:blipFill>
          <a:blip r:embed="rId2"/>
          <a:stretch>
            <a:fillRect/>
          </a:stretch>
        </p:blipFill>
        <p:spPr>
          <a:xfrm>
            <a:off x="359711" y="1413911"/>
            <a:ext cx="4583175" cy="4507918"/>
          </a:xfrm>
          <a:prstGeom prst="rect">
            <a:avLst/>
          </a:prstGeom>
        </p:spPr>
      </p:pic>
      <p:sp>
        <p:nvSpPr>
          <p:cNvPr id="8" name="TextBox 7">
            <a:extLst>
              <a:ext uri="{FF2B5EF4-FFF2-40B4-BE49-F238E27FC236}">
                <a16:creationId xmlns:a16="http://schemas.microsoft.com/office/drawing/2014/main" id="{8EA9B118-B040-1B8F-1492-BC033A737EE7}"/>
              </a:ext>
            </a:extLst>
          </p:cNvPr>
          <p:cNvSpPr txBox="1"/>
          <p:nvPr/>
        </p:nvSpPr>
        <p:spPr>
          <a:xfrm>
            <a:off x="206828" y="6307987"/>
            <a:ext cx="11778343" cy="461665"/>
          </a:xfrm>
          <a:prstGeom prst="rect">
            <a:avLst/>
          </a:prstGeom>
          <a:noFill/>
        </p:spPr>
        <p:txBody>
          <a:bodyPr wrap="square">
            <a:spAutoFit/>
          </a:bodyPr>
          <a:lstStyle/>
          <a:p>
            <a:pPr>
              <a:buNone/>
            </a:pPr>
            <a:r>
              <a:rPr lang="en-US" sz="1200" dirty="0">
                <a:effectLst/>
              </a:rPr>
              <a:t>Cerezo, M., Guillaume Verdon, Hsin-Yuan Huang, Lukasz </a:t>
            </a:r>
            <a:r>
              <a:rPr lang="en-US" sz="1200" dirty="0" err="1">
                <a:effectLst/>
              </a:rPr>
              <a:t>Cincio</a:t>
            </a:r>
            <a:r>
              <a:rPr lang="en-US" sz="1200" dirty="0">
                <a:effectLst/>
              </a:rPr>
              <a:t>, and Patrick J. Coles. “Challenges and Opportunities in Quantum Machine Learning.” </a:t>
            </a:r>
            <a:r>
              <a:rPr lang="en-US" sz="1200" i="1" dirty="0">
                <a:effectLst/>
              </a:rPr>
              <a:t>Nature Computational Science</a:t>
            </a:r>
            <a:r>
              <a:rPr lang="en-US" sz="1200" dirty="0">
                <a:effectLst/>
              </a:rPr>
              <a:t> 2, no. 9 (2022): 567–76.</a:t>
            </a:r>
          </a:p>
        </p:txBody>
      </p:sp>
      <p:sp>
        <p:nvSpPr>
          <p:cNvPr id="10" name="TextBox 9">
            <a:extLst>
              <a:ext uri="{FF2B5EF4-FFF2-40B4-BE49-F238E27FC236}">
                <a16:creationId xmlns:a16="http://schemas.microsoft.com/office/drawing/2014/main" id="{1476D71B-419D-4271-C72B-BDCB77D29BEC}"/>
              </a:ext>
            </a:extLst>
          </p:cNvPr>
          <p:cNvSpPr txBox="1"/>
          <p:nvPr/>
        </p:nvSpPr>
        <p:spPr>
          <a:xfrm>
            <a:off x="5344537" y="1766845"/>
            <a:ext cx="6487752" cy="3693319"/>
          </a:xfrm>
          <a:prstGeom prst="rect">
            <a:avLst/>
          </a:prstGeom>
          <a:noFill/>
        </p:spPr>
        <p:txBody>
          <a:bodyPr wrap="square">
            <a:spAutoFit/>
          </a:bodyPr>
          <a:lstStyle/>
          <a:p>
            <a:r>
              <a:rPr lang="en-US" dirty="0"/>
              <a:t>Quantum machine learning is usually considered for four main tasks. These include tasks where the data is either classical or quantum, and where the algorithm is either classical or quantum. </a:t>
            </a:r>
          </a:p>
          <a:p>
            <a:pPr marL="342900" indent="-342900">
              <a:buFont typeface="+mj-lt"/>
              <a:buAutoNum type="arabicPeriod"/>
            </a:pPr>
            <a:r>
              <a:rPr lang="en-US" dirty="0"/>
              <a:t>Tensor networks are quantum-inspired classical methods that can analyze classical data.</a:t>
            </a:r>
          </a:p>
          <a:p>
            <a:pPr marL="342900" indent="-342900">
              <a:buFont typeface="+mj-lt"/>
              <a:buAutoNum type="arabicPeriod"/>
            </a:pPr>
            <a:r>
              <a:rPr lang="en-US" dirty="0"/>
              <a:t>Unitary time-evolution data U from a quantum system can be classically compiled into a quantum circuit. </a:t>
            </a:r>
          </a:p>
          <a:p>
            <a:pPr marL="342900" indent="-342900">
              <a:buFont typeface="+mj-lt"/>
              <a:buAutoNum type="arabicPeriod"/>
            </a:pPr>
            <a:r>
              <a:rPr lang="en-US" dirty="0"/>
              <a:t>Handwritten digits can be mapped to quantum states for classiﬁcation on a quantum computer. </a:t>
            </a:r>
          </a:p>
          <a:p>
            <a:pPr marL="342900" indent="-342900">
              <a:buFont typeface="+mj-lt"/>
              <a:buAutoNum type="arabicPeriod"/>
            </a:pPr>
            <a:r>
              <a:rPr lang="en-US" dirty="0"/>
              <a:t>Molecular ground state data can be classiﬁed directly on a quantum computer. The ﬁgure shows ground state energy E dependence on the distance d between the atoms.</a:t>
            </a:r>
          </a:p>
        </p:txBody>
      </p:sp>
      <p:sp>
        <p:nvSpPr>
          <p:cNvPr id="11" name="TextBox 10">
            <a:extLst>
              <a:ext uri="{FF2B5EF4-FFF2-40B4-BE49-F238E27FC236}">
                <a16:creationId xmlns:a16="http://schemas.microsoft.com/office/drawing/2014/main" id="{88828389-1200-E4A0-A0C8-6C7C7A141306}"/>
              </a:ext>
            </a:extLst>
          </p:cNvPr>
          <p:cNvSpPr txBox="1"/>
          <p:nvPr/>
        </p:nvSpPr>
        <p:spPr>
          <a:xfrm>
            <a:off x="962527" y="1800069"/>
            <a:ext cx="349776" cy="461665"/>
          </a:xfrm>
          <a:prstGeom prst="rect">
            <a:avLst/>
          </a:prstGeom>
          <a:noFill/>
        </p:spPr>
        <p:txBody>
          <a:bodyPr wrap="none" rtlCol="0">
            <a:spAutoFit/>
          </a:bodyPr>
          <a:lstStyle/>
          <a:p>
            <a:r>
              <a:rPr lang="en-US" sz="2400" b="1" dirty="0"/>
              <a:t>1</a:t>
            </a:r>
          </a:p>
        </p:txBody>
      </p:sp>
      <p:sp>
        <p:nvSpPr>
          <p:cNvPr id="12" name="TextBox 11">
            <a:extLst>
              <a:ext uri="{FF2B5EF4-FFF2-40B4-BE49-F238E27FC236}">
                <a16:creationId xmlns:a16="http://schemas.microsoft.com/office/drawing/2014/main" id="{D4F6E9D5-7E35-B8AE-42A8-38DDE661E357}"/>
              </a:ext>
            </a:extLst>
          </p:cNvPr>
          <p:cNvSpPr txBox="1"/>
          <p:nvPr/>
        </p:nvSpPr>
        <p:spPr>
          <a:xfrm>
            <a:off x="962527" y="5833202"/>
            <a:ext cx="349776" cy="461665"/>
          </a:xfrm>
          <a:prstGeom prst="rect">
            <a:avLst/>
          </a:prstGeom>
          <a:noFill/>
        </p:spPr>
        <p:txBody>
          <a:bodyPr wrap="none" rtlCol="0">
            <a:spAutoFit/>
          </a:bodyPr>
          <a:lstStyle/>
          <a:p>
            <a:r>
              <a:rPr lang="en-US" sz="2400" b="1" dirty="0"/>
              <a:t>3</a:t>
            </a:r>
          </a:p>
        </p:txBody>
      </p:sp>
      <p:sp>
        <p:nvSpPr>
          <p:cNvPr id="13" name="TextBox 12">
            <a:extLst>
              <a:ext uri="{FF2B5EF4-FFF2-40B4-BE49-F238E27FC236}">
                <a16:creationId xmlns:a16="http://schemas.microsoft.com/office/drawing/2014/main" id="{AC2923FB-221D-5FDF-EB58-8CDA95B57B33}"/>
              </a:ext>
            </a:extLst>
          </p:cNvPr>
          <p:cNvSpPr txBox="1"/>
          <p:nvPr/>
        </p:nvSpPr>
        <p:spPr>
          <a:xfrm>
            <a:off x="4767998" y="5833203"/>
            <a:ext cx="349776" cy="461665"/>
          </a:xfrm>
          <a:prstGeom prst="rect">
            <a:avLst/>
          </a:prstGeom>
          <a:noFill/>
        </p:spPr>
        <p:txBody>
          <a:bodyPr wrap="none" rtlCol="0">
            <a:spAutoFit/>
          </a:bodyPr>
          <a:lstStyle/>
          <a:p>
            <a:r>
              <a:rPr lang="en-US" sz="2400" b="1" dirty="0"/>
              <a:t>4</a:t>
            </a:r>
          </a:p>
        </p:txBody>
      </p:sp>
      <p:sp>
        <p:nvSpPr>
          <p:cNvPr id="14" name="TextBox 13">
            <a:extLst>
              <a:ext uri="{FF2B5EF4-FFF2-40B4-BE49-F238E27FC236}">
                <a16:creationId xmlns:a16="http://schemas.microsoft.com/office/drawing/2014/main" id="{FC5D8157-3C5A-B185-3C39-2B80A072D513}"/>
              </a:ext>
            </a:extLst>
          </p:cNvPr>
          <p:cNvSpPr txBox="1"/>
          <p:nvPr/>
        </p:nvSpPr>
        <p:spPr>
          <a:xfrm>
            <a:off x="4767998" y="1800069"/>
            <a:ext cx="349776" cy="461665"/>
          </a:xfrm>
          <a:prstGeom prst="rect">
            <a:avLst/>
          </a:prstGeom>
          <a:noFill/>
        </p:spPr>
        <p:txBody>
          <a:bodyPr wrap="none" rtlCol="0">
            <a:spAutoFit/>
          </a:bodyPr>
          <a:lstStyle/>
          <a:p>
            <a:r>
              <a:rPr lang="en-US" sz="2400" b="1" dirty="0"/>
              <a:t>2</a:t>
            </a:r>
          </a:p>
        </p:txBody>
      </p:sp>
    </p:spTree>
    <p:extLst>
      <p:ext uri="{BB962C8B-B14F-4D97-AF65-F5344CB8AC3E}">
        <p14:creationId xmlns:p14="http://schemas.microsoft.com/office/powerpoint/2010/main" val="3793067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41E2A15-5ABC-D621-8E62-803E04B8D872}"/>
              </a:ext>
            </a:extLst>
          </p:cNvPr>
          <p:cNvGraphicFramePr/>
          <p:nvPr>
            <p:extLst>
              <p:ext uri="{D42A27DB-BD31-4B8C-83A1-F6EECF244321}">
                <p14:modId xmlns:p14="http://schemas.microsoft.com/office/powerpoint/2010/main" val="898993322"/>
              </p:ext>
            </p:extLst>
          </p:nvPr>
        </p:nvGraphicFramePr>
        <p:xfrm>
          <a:off x="1543861" y="1512542"/>
          <a:ext cx="2601877" cy="4625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DBC382D9-6C82-ECBF-33DA-3434BDCAA0B9}"/>
              </a:ext>
            </a:extLst>
          </p:cNvPr>
          <p:cNvSpPr txBox="1"/>
          <p:nvPr/>
        </p:nvSpPr>
        <p:spPr>
          <a:xfrm>
            <a:off x="1200021" y="449841"/>
            <a:ext cx="3289555" cy="769441"/>
          </a:xfrm>
          <a:prstGeom prst="rect">
            <a:avLst/>
          </a:prstGeom>
          <a:noFill/>
        </p:spPr>
        <p:txBody>
          <a:bodyPr wrap="none" rtlCol="0">
            <a:spAutoFit/>
          </a:bodyPr>
          <a:lstStyle/>
          <a:p>
            <a:r>
              <a:rPr lang="en-US" sz="4400" dirty="0"/>
              <a:t>Classical ML</a:t>
            </a:r>
          </a:p>
        </p:txBody>
      </p:sp>
      <p:graphicFrame>
        <p:nvGraphicFramePr>
          <p:cNvPr id="9" name="Diagram 8">
            <a:extLst>
              <a:ext uri="{FF2B5EF4-FFF2-40B4-BE49-F238E27FC236}">
                <a16:creationId xmlns:a16="http://schemas.microsoft.com/office/drawing/2014/main" id="{2F66BF38-710B-3734-9C4D-390B847419B8}"/>
              </a:ext>
            </a:extLst>
          </p:cNvPr>
          <p:cNvGraphicFramePr/>
          <p:nvPr>
            <p:extLst>
              <p:ext uri="{D42A27DB-BD31-4B8C-83A1-F6EECF244321}">
                <p14:modId xmlns:p14="http://schemas.microsoft.com/office/powerpoint/2010/main" val="2074099100"/>
              </p:ext>
            </p:extLst>
          </p:nvPr>
        </p:nvGraphicFramePr>
        <p:xfrm>
          <a:off x="5621311" y="1512542"/>
          <a:ext cx="3725892" cy="462579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 name="TextBox 9">
            <a:extLst>
              <a:ext uri="{FF2B5EF4-FFF2-40B4-BE49-F238E27FC236}">
                <a16:creationId xmlns:a16="http://schemas.microsoft.com/office/drawing/2014/main" id="{840E3A05-69CA-9D79-3848-9B1BEB6A2D4A}"/>
              </a:ext>
            </a:extLst>
          </p:cNvPr>
          <p:cNvSpPr txBox="1"/>
          <p:nvPr/>
        </p:nvSpPr>
        <p:spPr>
          <a:xfrm>
            <a:off x="6821255" y="449842"/>
            <a:ext cx="1326004" cy="769441"/>
          </a:xfrm>
          <a:prstGeom prst="rect">
            <a:avLst/>
          </a:prstGeom>
          <a:noFill/>
        </p:spPr>
        <p:txBody>
          <a:bodyPr wrap="none" rtlCol="0">
            <a:spAutoFit/>
          </a:bodyPr>
          <a:lstStyle/>
          <a:p>
            <a:r>
              <a:rPr lang="en-US" sz="4400" dirty="0"/>
              <a:t>QML</a:t>
            </a:r>
          </a:p>
        </p:txBody>
      </p:sp>
    </p:spTree>
    <p:extLst>
      <p:ext uri="{BB962C8B-B14F-4D97-AF65-F5344CB8AC3E}">
        <p14:creationId xmlns:p14="http://schemas.microsoft.com/office/powerpoint/2010/main" val="3835729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09E07-5121-9858-D16C-F39F078A10C1}"/>
              </a:ext>
            </a:extLst>
          </p:cNvPr>
          <p:cNvSpPr>
            <a:spLocks noGrp="1"/>
          </p:cNvSpPr>
          <p:nvPr>
            <p:ph type="title"/>
          </p:nvPr>
        </p:nvSpPr>
        <p:spPr/>
        <p:txBody>
          <a:bodyPr/>
          <a:lstStyle/>
          <a:p>
            <a:r>
              <a:rPr lang="en-US" dirty="0"/>
              <a:t>Encoding data</a:t>
            </a:r>
          </a:p>
        </p:txBody>
      </p:sp>
      <p:sp>
        <p:nvSpPr>
          <p:cNvPr id="3" name="Content Placeholder 2">
            <a:extLst>
              <a:ext uri="{FF2B5EF4-FFF2-40B4-BE49-F238E27FC236}">
                <a16:creationId xmlns:a16="http://schemas.microsoft.com/office/drawing/2014/main" id="{AB3AF344-8540-A217-5E20-079F6C506D28}"/>
              </a:ext>
            </a:extLst>
          </p:cNvPr>
          <p:cNvSpPr>
            <a:spLocks noGrp="1"/>
          </p:cNvSpPr>
          <p:nvPr>
            <p:ph idx="1"/>
          </p:nvPr>
        </p:nvSpPr>
        <p:spPr/>
        <p:txBody>
          <a:bodyPr>
            <a:normAutofit fontScale="92500" lnSpcReduction="20000"/>
          </a:bodyPr>
          <a:lstStyle/>
          <a:p>
            <a:r>
              <a:rPr lang="en-US" dirty="0"/>
              <a:t>Encoding classical information into quantum systems that can be manipulated by a quantum computer, which can be regarded as the classical-to-quantum mapping [1]</a:t>
            </a:r>
          </a:p>
          <a:p>
            <a:pPr lvl="1"/>
            <a:r>
              <a:rPr lang="en-US" b="1" i="1" dirty="0"/>
              <a:t>Basis encoding </a:t>
            </a:r>
            <a:r>
              <a:rPr lang="en-US" dirty="0"/>
              <a:t>is a basic method for processing classical data that can be represented in binary form. In this process, N qubits are required to represent a binary vector of length N</a:t>
            </a:r>
          </a:p>
          <a:p>
            <a:pPr lvl="1"/>
            <a:r>
              <a:rPr lang="en-US" b="1" i="1" dirty="0"/>
              <a:t>Amplitude encoding </a:t>
            </a:r>
            <a:r>
              <a:rPr lang="en-US" dirty="0"/>
              <a:t>is a technique that maps classical data into the amplitudes of a quantum state. Amplitude encoding is highly efficient because it allows an exponentially large vector of length 2N to be represented using only N qubits</a:t>
            </a:r>
          </a:p>
          <a:p>
            <a:pPr lvl="1"/>
            <a:r>
              <a:rPr lang="en-US" b="1" i="1" dirty="0"/>
              <a:t>Angle encoding </a:t>
            </a:r>
            <a:r>
              <a:rPr lang="en-US" dirty="0"/>
              <a:t>embeds classical data into a quantum state through rotation angles. A key advantage of angle encoding is its ability to introduce nonlinearity. By mapping classical data into the parameters of quantum rotation gates, angle encoding leverages trigonometric functions to naturally capture nonlinear relationships.</a:t>
            </a:r>
          </a:p>
          <a:p>
            <a:pPr lvl="1"/>
            <a:r>
              <a:rPr lang="en-US" dirty="0"/>
              <a:t>There are also other types of encoding [2]</a:t>
            </a:r>
          </a:p>
        </p:txBody>
      </p:sp>
      <p:sp>
        <p:nvSpPr>
          <p:cNvPr id="4" name="TextBox 3">
            <a:extLst>
              <a:ext uri="{FF2B5EF4-FFF2-40B4-BE49-F238E27FC236}">
                <a16:creationId xmlns:a16="http://schemas.microsoft.com/office/drawing/2014/main" id="{F3D49DD2-A0F7-314E-AB78-FABCD700C28D}"/>
              </a:ext>
            </a:extLst>
          </p:cNvPr>
          <p:cNvSpPr txBox="1"/>
          <p:nvPr/>
        </p:nvSpPr>
        <p:spPr>
          <a:xfrm>
            <a:off x="377428" y="6304002"/>
            <a:ext cx="11437144" cy="553998"/>
          </a:xfrm>
          <a:prstGeom prst="rect">
            <a:avLst/>
          </a:prstGeom>
          <a:noFill/>
        </p:spPr>
        <p:txBody>
          <a:bodyPr wrap="square">
            <a:spAutoFit/>
          </a:bodyPr>
          <a:lstStyle/>
          <a:p>
            <a:pPr marL="228600" indent="-228600">
              <a:buFont typeface="+mj-lt"/>
              <a:buAutoNum type="arabicPeriod"/>
            </a:pPr>
            <a:r>
              <a:rPr lang="en-US" sz="1000" dirty="0">
                <a:effectLst/>
              </a:rPr>
              <a:t>Du, Yuxuan, </a:t>
            </a:r>
            <a:r>
              <a:rPr lang="en-US" sz="1000" dirty="0" err="1">
                <a:effectLst/>
              </a:rPr>
              <a:t>Xinbiao</a:t>
            </a:r>
            <a:r>
              <a:rPr lang="en-US" sz="1000" dirty="0">
                <a:effectLst/>
              </a:rPr>
              <a:t> Wang, </a:t>
            </a:r>
            <a:r>
              <a:rPr lang="en-US" sz="1000" dirty="0" err="1">
                <a:effectLst/>
              </a:rPr>
              <a:t>Naixu</a:t>
            </a:r>
            <a:r>
              <a:rPr lang="en-US" sz="1000" dirty="0">
                <a:effectLst/>
              </a:rPr>
              <a:t> Guo, et al. “Quantum Machine Learning: A Hands-on Tutorial for Machine Learning Practitioners and Researchers.” arXiv:2502.01146. Preprint, </a:t>
            </a:r>
            <a:r>
              <a:rPr lang="en-US" sz="1000" dirty="0" err="1">
                <a:effectLst/>
              </a:rPr>
              <a:t>arXiv</a:t>
            </a:r>
            <a:r>
              <a:rPr lang="en-US" sz="1000" dirty="0">
                <a:effectLst/>
              </a:rPr>
              <a:t>, February 3, 2025</a:t>
            </a:r>
          </a:p>
          <a:p>
            <a:pPr marL="228600" indent="-228600">
              <a:buFont typeface="+mj-lt"/>
              <a:buAutoNum type="arabicPeriod"/>
            </a:pPr>
            <a:r>
              <a:rPr lang="en-US" sz="1000" dirty="0"/>
              <a:t>Pande, Mandaar B. “A Comprehensive Review of Data Encoding Techniques for Quantum Machine Learning Problems.” </a:t>
            </a:r>
            <a:r>
              <a:rPr lang="en-US" sz="1000" i="1" dirty="0"/>
              <a:t>2024 Second International Conference on Emerging Trends in Information Technology and Engineering (ICETITE)</a:t>
            </a:r>
            <a:r>
              <a:rPr lang="en-US" sz="1000" dirty="0"/>
              <a:t>, February 2024, 1–7. </a:t>
            </a:r>
            <a:endParaRPr lang="en-US" sz="1000" dirty="0">
              <a:effectLst/>
            </a:endParaRPr>
          </a:p>
        </p:txBody>
      </p:sp>
    </p:spTree>
    <p:extLst>
      <p:ext uri="{BB962C8B-B14F-4D97-AF65-F5344CB8AC3E}">
        <p14:creationId xmlns:p14="http://schemas.microsoft.com/office/powerpoint/2010/main" val="1001481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2">
            <a:extLst>
              <a:ext uri="{FF2B5EF4-FFF2-40B4-BE49-F238E27FC236}">
                <a16:creationId xmlns:a16="http://schemas.microsoft.com/office/drawing/2014/main" id="{79A52043-EAE1-6FB2-E744-27288B615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7826" y="137786"/>
            <a:ext cx="6834201" cy="54112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7C85FB1-C38A-066A-CC25-FA873C8C0A4C}"/>
              </a:ext>
            </a:extLst>
          </p:cNvPr>
          <p:cNvSpPr txBox="1"/>
          <p:nvPr/>
        </p:nvSpPr>
        <p:spPr>
          <a:xfrm>
            <a:off x="1428116" y="5796884"/>
            <a:ext cx="8532312" cy="523220"/>
          </a:xfrm>
          <a:prstGeom prst="rect">
            <a:avLst/>
          </a:prstGeom>
          <a:noFill/>
        </p:spPr>
        <p:txBody>
          <a:bodyPr wrap="square">
            <a:spAutoFit/>
          </a:bodyPr>
          <a:lstStyle/>
          <a:p>
            <a:pPr>
              <a:buNone/>
            </a:pPr>
            <a:r>
              <a:rPr lang="en-US" sz="1400" dirty="0">
                <a:effectLst/>
              </a:rPr>
              <a:t>Huang, Hsin-Yuan, Michael Broughton, Masoud Mohseni, et al. “Power of Data in Quantum Machine Learning.” </a:t>
            </a:r>
            <a:r>
              <a:rPr lang="en-US" sz="1400" i="1" dirty="0">
                <a:effectLst/>
              </a:rPr>
              <a:t>Nature Communications</a:t>
            </a:r>
            <a:r>
              <a:rPr lang="en-US" sz="1400" dirty="0">
                <a:effectLst/>
              </a:rPr>
              <a:t> 12, no. 1 (2021): 2631. </a:t>
            </a:r>
            <a:r>
              <a:rPr lang="en-US" sz="1400" dirty="0">
                <a:effectLst/>
                <a:hlinkClick r:id="rId3"/>
              </a:rPr>
              <a:t>https://doi.org/10.1038/s41467-021-22539-9</a:t>
            </a:r>
            <a:r>
              <a:rPr lang="en-US" sz="1400" dirty="0">
                <a:effectLst/>
              </a:rPr>
              <a:t>.</a:t>
            </a:r>
          </a:p>
        </p:txBody>
      </p:sp>
    </p:spTree>
    <p:extLst>
      <p:ext uri="{BB962C8B-B14F-4D97-AF65-F5344CB8AC3E}">
        <p14:creationId xmlns:p14="http://schemas.microsoft.com/office/powerpoint/2010/main" val="3089444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818DD-21FE-BB35-7CE3-129EF6B49044}"/>
              </a:ext>
            </a:extLst>
          </p:cNvPr>
          <p:cNvSpPr>
            <a:spLocks noGrp="1"/>
          </p:cNvSpPr>
          <p:nvPr>
            <p:ph type="title"/>
          </p:nvPr>
        </p:nvSpPr>
        <p:spPr/>
        <p:txBody>
          <a:bodyPr/>
          <a:lstStyle/>
          <a:p>
            <a:r>
              <a:rPr lang="en-US" dirty="0"/>
              <a:t>Benefits with QML</a:t>
            </a:r>
          </a:p>
        </p:txBody>
      </p:sp>
      <p:sp>
        <p:nvSpPr>
          <p:cNvPr id="3" name="Content Placeholder 2">
            <a:extLst>
              <a:ext uri="{FF2B5EF4-FFF2-40B4-BE49-F238E27FC236}">
                <a16:creationId xmlns:a16="http://schemas.microsoft.com/office/drawing/2014/main" id="{8504C6E6-B30E-79C9-533D-8282905B3ED0}"/>
              </a:ext>
            </a:extLst>
          </p:cNvPr>
          <p:cNvSpPr>
            <a:spLocks noGrp="1"/>
          </p:cNvSpPr>
          <p:nvPr>
            <p:ph idx="1"/>
          </p:nvPr>
        </p:nvSpPr>
        <p:spPr>
          <a:xfrm>
            <a:off x="838200" y="1445559"/>
            <a:ext cx="10515600" cy="4090847"/>
          </a:xfrm>
        </p:spPr>
        <p:txBody>
          <a:bodyPr>
            <a:normAutofit fontScale="92500" lnSpcReduction="20000"/>
          </a:bodyPr>
          <a:lstStyle/>
          <a:p>
            <a:r>
              <a:rPr lang="en-US" dirty="0"/>
              <a:t>Several reviews of the benefits with QML[1-3]</a:t>
            </a:r>
          </a:p>
          <a:p>
            <a:r>
              <a:rPr lang="en-US" dirty="0"/>
              <a:t>Offers polynomial and exponential speed-ups</a:t>
            </a:r>
          </a:p>
          <a:p>
            <a:pPr lvl="1"/>
            <a:r>
              <a:rPr lang="en-US" dirty="0"/>
              <a:t>Assumes amplitude base encoding</a:t>
            </a:r>
          </a:p>
          <a:p>
            <a:r>
              <a:rPr lang="en-US" dirty="0"/>
              <a:t>Ongoing research in the area [4-5]</a:t>
            </a:r>
          </a:p>
          <a:p>
            <a:pPr lvl="1"/>
            <a:r>
              <a:rPr lang="en-US" dirty="0"/>
              <a:t>Benchmarking is a challenge</a:t>
            </a:r>
          </a:p>
          <a:p>
            <a:r>
              <a:rPr lang="en-US" dirty="0"/>
              <a:t>Basically, all ML algorithms are available in QML</a:t>
            </a:r>
          </a:p>
          <a:p>
            <a:pPr lvl="1"/>
            <a:r>
              <a:rPr lang="en-US" dirty="0"/>
              <a:t>Quantum Principal Component Analysis (QPCA) [6]</a:t>
            </a:r>
          </a:p>
          <a:p>
            <a:pPr lvl="1"/>
            <a:r>
              <a:rPr lang="en-US" dirty="0"/>
              <a:t>Quantum Support Vector Machines (QSVM):[7,8]</a:t>
            </a:r>
          </a:p>
          <a:p>
            <a:pPr lvl="1"/>
            <a:r>
              <a:rPr lang="en-US" dirty="0"/>
              <a:t>Quantum K-Nearest Neighbors (QKNN)</a:t>
            </a:r>
          </a:p>
          <a:p>
            <a:pPr lvl="1"/>
            <a:r>
              <a:rPr lang="en-US" dirty="0"/>
              <a:t>Quantum Neural Networks (QNNs)</a:t>
            </a:r>
          </a:p>
          <a:p>
            <a:pPr lvl="1"/>
            <a:r>
              <a:rPr lang="en-US" dirty="0"/>
              <a:t>Quantum Kernel Methods</a:t>
            </a:r>
          </a:p>
          <a:p>
            <a:pPr lvl="1"/>
            <a:r>
              <a:rPr lang="en-US" dirty="0"/>
              <a:t>And others…</a:t>
            </a:r>
          </a:p>
          <a:p>
            <a:endParaRPr lang="en-US" dirty="0"/>
          </a:p>
          <a:p>
            <a:endParaRPr lang="en-US" dirty="0"/>
          </a:p>
          <a:p>
            <a:pPr lvl="1"/>
            <a:endParaRPr lang="en-US" dirty="0"/>
          </a:p>
        </p:txBody>
      </p:sp>
      <p:sp>
        <p:nvSpPr>
          <p:cNvPr id="5" name="TextBox 4">
            <a:extLst>
              <a:ext uri="{FF2B5EF4-FFF2-40B4-BE49-F238E27FC236}">
                <a16:creationId xmlns:a16="http://schemas.microsoft.com/office/drawing/2014/main" id="{F041A928-B2CD-83B9-2AB8-71B4B92916D4}"/>
              </a:ext>
            </a:extLst>
          </p:cNvPr>
          <p:cNvSpPr txBox="1"/>
          <p:nvPr/>
        </p:nvSpPr>
        <p:spPr>
          <a:xfrm>
            <a:off x="155078" y="5485488"/>
            <a:ext cx="11881843" cy="1323439"/>
          </a:xfrm>
          <a:prstGeom prst="rect">
            <a:avLst/>
          </a:prstGeom>
          <a:noFill/>
        </p:spPr>
        <p:txBody>
          <a:bodyPr wrap="square">
            <a:spAutoFit/>
          </a:bodyPr>
          <a:lstStyle/>
          <a:p>
            <a:pPr marL="228600" indent="-228600">
              <a:buFont typeface="+mj-lt"/>
              <a:buAutoNum type="arabicPeriod"/>
            </a:pPr>
            <a:r>
              <a:rPr lang="en-US" sz="1000" dirty="0">
                <a:effectLst/>
              </a:rPr>
              <a:t>Biamonte, Jacob, Peter Wittek, Nicola </a:t>
            </a:r>
            <a:r>
              <a:rPr lang="en-US" sz="1000" dirty="0" err="1">
                <a:effectLst/>
              </a:rPr>
              <a:t>Pancotti</a:t>
            </a:r>
            <a:r>
              <a:rPr lang="en-US" sz="1000" dirty="0">
                <a:effectLst/>
              </a:rPr>
              <a:t>, Patrick </a:t>
            </a:r>
            <a:r>
              <a:rPr lang="en-US" sz="1000" dirty="0" err="1">
                <a:effectLst/>
              </a:rPr>
              <a:t>Rebentrost</a:t>
            </a:r>
            <a:r>
              <a:rPr lang="en-US" sz="1000" dirty="0">
                <a:effectLst/>
              </a:rPr>
              <a:t>, Nathan Wiebe, and Seth Lloyd. “Quantum Machine Learning.” </a:t>
            </a:r>
            <a:r>
              <a:rPr lang="en-US" sz="1000" i="1" dirty="0">
                <a:effectLst/>
              </a:rPr>
              <a:t>Nature</a:t>
            </a:r>
            <a:r>
              <a:rPr lang="en-US" sz="1000" dirty="0">
                <a:effectLst/>
              </a:rPr>
              <a:t> 549, no. 7671 (2017): 195–202. </a:t>
            </a:r>
          </a:p>
          <a:p>
            <a:pPr marL="228600" indent="-228600">
              <a:buFont typeface="+mj-lt"/>
              <a:buAutoNum type="arabicPeriod"/>
            </a:pPr>
            <a:r>
              <a:rPr lang="en-US" sz="1000" dirty="0"/>
              <a:t>Huang, Hsin-Yuan, Michael Broughton, Masoud Mohseni, et al. “Power of Data in Quantum Machine Learning.” </a:t>
            </a:r>
            <a:r>
              <a:rPr lang="en-US" sz="1000" i="1" dirty="0"/>
              <a:t>Nature Communications</a:t>
            </a:r>
            <a:r>
              <a:rPr lang="en-US" sz="1000" dirty="0"/>
              <a:t> 12, no. 1 (2021): 2631.</a:t>
            </a:r>
          </a:p>
          <a:p>
            <a:pPr marL="228600" indent="-228600">
              <a:buFont typeface="+mj-lt"/>
              <a:buAutoNum type="arabicPeriod"/>
            </a:pPr>
            <a:r>
              <a:rPr lang="en-US" sz="1000" dirty="0"/>
              <a:t>Cerezo, M., Guillaume Verdon, Hsin-Yuan Huang, Lukasz </a:t>
            </a:r>
            <a:r>
              <a:rPr lang="en-US" sz="1000" dirty="0" err="1"/>
              <a:t>Cincio</a:t>
            </a:r>
            <a:r>
              <a:rPr lang="en-US" sz="1000" dirty="0"/>
              <a:t>, and Patrick J. Coles. “Challenges and Opportunities in Quantum Machine Learning.” </a:t>
            </a:r>
            <a:r>
              <a:rPr lang="en-US" sz="1000" i="1" dirty="0"/>
              <a:t>Nature Computational Science</a:t>
            </a:r>
            <a:r>
              <a:rPr lang="en-US" sz="1000" dirty="0"/>
              <a:t> 2, no. 9 (2022): 567–76.</a:t>
            </a:r>
          </a:p>
          <a:p>
            <a:pPr marL="228600" indent="-228600">
              <a:buFont typeface="+mj-lt"/>
              <a:buAutoNum type="arabicPeriod"/>
            </a:pPr>
            <a:r>
              <a:rPr lang="en-US" sz="1000" dirty="0"/>
              <a:t>Liu, </a:t>
            </a:r>
            <a:r>
              <a:rPr lang="en-US" sz="1000" dirty="0" err="1"/>
              <a:t>Yunchao</a:t>
            </a:r>
            <a:r>
              <a:rPr lang="en-US" sz="1000" dirty="0"/>
              <a:t>, Srinivasan Arunachalam, and Kristan Temme. “A Rigorous and Robust Quantum Speed-up in Supervised Machine Learning.” </a:t>
            </a:r>
            <a:r>
              <a:rPr lang="en-US" sz="1000" i="1" dirty="0"/>
              <a:t>Nature Physics</a:t>
            </a:r>
            <a:r>
              <a:rPr lang="en-US" sz="1000" dirty="0"/>
              <a:t> 17, no. 9 (2021): 1013–17. </a:t>
            </a:r>
          </a:p>
          <a:p>
            <a:pPr marL="228600" indent="-228600">
              <a:buFont typeface="+mj-lt"/>
              <a:buAutoNum type="arabicPeriod"/>
            </a:pPr>
            <a:r>
              <a:rPr lang="en-US" sz="1000" dirty="0"/>
              <a:t>Bowles, Joseph, Shahnawaz Ahmed, and Maria Schuld. “Better than Classical? The Subtle Art of Benchmarking Quantum Machine Learning Models.” arXiv:2403.07059. Preprint, </a:t>
            </a:r>
            <a:r>
              <a:rPr lang="en-US" sz="1000" dirty="0" err="1"/>
              <a:t>arXiv</a:t>
            </a:r>
            <a:r>
              <a:rPr lang="en-US" sz="1000" dirty="0"/>
              <a:t>, March 14, 2024. </a:t>
            </a:r>
          </a:p>
          <a:p>
            <a:pPr marL="228600" indent="-228600">
              <a:buFont typeface="+mj-lt"/>
              <a:buAutoNum type="arabicPeriod"/>
            </a:pPr>
            <a:r>
              <a:rPr lang="en-US" sz="1000" dirty="0"/>
              <a:t>Lloyd, Seth, Masoud Mohseni, and Patrick </a:t>
            </a:r>
            <a:r>
              <a:rPr lang="en-US" sz="1000" dirty="0" err="1"/>
              <a:t>Rebentrost</a:t>
            </a:r>
            <a:r>
              <a:rPr lang="en-US" sz="1000" dirty="0"/>
              <a:t>. “Quantum Principal Component Analysis.” </a:t>
            </a:r>
            <a:r>
              <a:rPr lang="en-US" sz="1000" i="1" dirty="0"/>
              <a:t>Nature Physics</a:t>
            </a:r>
            <a:r>
              <a:rPr lang="en-US" sz="1000" dirty="0"/>
              <a:t> 10, no. 9 (2014): 631–33.</a:t>
            </a:r>
          </a:p>
          <a:p>
            <a:pPr marL="228600" indent="-228600">
              <a:buFont typeface="+mj-lt"/>
              <a:buAutoNum type="arabicPeriod"/>
            </a:pPr>
            <a:r>
              <a:rPr lang="en-US" sz="1000" dirty="0" err="1"/>
              <a:t>Rebentrost</a:t>
            </a:r>
            <a:r>
              <a:rPr lang="en-US" sz="1000" dirty="0"/>
              <a:t>, Patrick. “Quantum Support Vector Machine for Big Data Classification.” </a:t>
            </a:r>
            <a:r>
              <a:rPr lang="en-US" sz="1000" i="1" dirty="0"/>
              <a:t>Physical Review Letters</a:t>
            </a:r>
            <a:r>
              <a:rPr lang="en-US" sz="1000" dirty="0"/>
              <a:t> 113, no. 13 (2014).</a:t>
            </a:r>
          </a:p>
          <a:p>
            <a:pPr marL="228600" indent="-228600">
              <a:buFont typeface="+mj-lt"/>
              <a:buAutoNum type="arabicPeriod"/>
            </a:pPr>
            <a:r>
              <a:rPr lang="en-US" sz="1000" dirty="0"/>
              <a:t>Havlíček, Vojtěch, Antonio D. </a:t>
            </a:r>
            <a:r>
              <a:rPr lang="en-US" sz="1000" dirty="0" err="1"/>
              <a:t>Córcoles</a:t>
            </a:r>
            <a:r>
              <a:rPr lang="en-US" sz="1000" dirty="0"/>
              <a:t>, Kristan Temme, et al. “Supervised Learning with Quantum-Enhanced Feature Spaces.” </a:t>
            </a:r>
            <a:r>
              <a:rPr lang="en-US" sz="1000" i="1" dirty="0"/>
              <a:t>Nature</a:t>
            </a:r>
            <a:r>
              <a:rPr lang="en-US" sz="1000" dirty="0"/>
              <a:t> 567, no. 7747 (2019): 209–12.</a:t>
            </a:r>
            <a:endParaRPr lang="en-US" sz="1000" dirty="0">
              <a:effectLst/>
            </a:endParaRPr>
          </a:p>
        </p:txBody>
      </p:sp>
    </p:spTree>
    <p:extLst>
      <p:ext uri="{BB962C8B-B14F-4D97-AF65-F5344CB8AC3E}">
        <p14:creationId xmlns:p14="http://schemas.microsoft.com/office/powerpoint/2010/main" val="2642964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86BAB-F0AF-2F52-B222-42EE5898CE1F}"/>
              </a:ext>
            </a:extLst>
          </p:cNvPr>
          <p:cNvSpPr>
            <a:spLocks noGrp="1"/>
          </p:cNvSpPr>
          <p:nvPr>
            <p:ph type="title"/>
          </p:nvPr>
        </p:nvSpPr>
        <p:spPr/>
        <p:txBody>
          <a:bodyPr/>
          <a:lstStyle/>
          <a:p>
            <a:r>
              <a:rPr lang="en-US" dirty="0"/>
              <a:t>How can I run QML?</a:t>
            </a:r>
          </a:p>
        </p:txBody>
      </p:sp>
      <p:sp>
        <p:nvSpPr>
          <p:cNvPr id="3" name="Content Placeholder 2">
            <a:extLst>
              <a:ext uri="{FF2B5EF4-FFF2-40B4-BE49-F238E27FC236}">
                <a16:creationId xmlns:a16="http://schemas.microsoft.com/office/drawing/2014/main" id="{C5278BD0-F51F-DC03-E8FD-00342EEA41E7}"/>
              </a:ext>
            </a:extLst>
          </p:cNvPr>
          <p:cNvSpPr>
            <a:spLocks noGrp="1"/>
          </p:cNvSpPr>
          <p:nvPr>
            <p:ph idx="1"/>
          </p:nvPr>
        </p:nvSpPr>
        <p:spPr>
          <a:xfrm>
            <a:off x="510988" y="1506071"/>
            <a:ext cx="10842812" cy="4670892"/>
          </a:xfrm>
        </p:spPr>
        <p:txBody>
          <a:bodyPr>
            <a:normAutofit fontScale="92500" lnSpcReduction="20000"/>
          </a:bodyPr>
          <a:lstStyle/>
          <a:p>
            <a:r>
              <a:rPr lang="en-US" sz="2400" dirty="0"/>
              <a:t>QML oriented SDKs</a:t>
            </a:r>
          </a:p>
          <a:p>
            <a:pPr lvl="1"/>
            <a:r>
              <a:rPr lang="en-US" sz="2000" b="1" dirty="0" err="1"/>
              <a:t>Qiskit</a:t>
            </a:r>
            <a:r>
              <a:rPr lang="en-US" sz="2000" b="1" dirty="0"/>
              <a:t> (IBM):</a:t>
            </a:r>
            <a:r>
              <a:rPr lang="en-US" sz="2000" dirty="0"/>
              <a:t> IBM's comprehensive open-source SDK provides a vast ecosystem and extensive learning resources</a:t>
            </a:r>
          </a:p>
          <a:p>
            <a:pPr lvl="1"/>
            <a:r>
              <a:rPr lang="en-US" sz="2000" b="1" dirty="0"/>
              <a:t>PennyLane (Xanadu)</a:t>
            </a:r>
            <a:r>
              <a:rPr lang="en-US" sz="2000" dirty="0"/>
              <a:t>: QML SDK designed for hybrid quantum-classical computations. It is framework-agnostic, integrating with popular tools like TensorFlow, </a:t>
            </a:r>
            <a:r>
              <a:rPr lang="en-US" sz="2000" dirty="0" err="1"/>
              <a:t>PyTorch</a:t>
            </a:r>
            <a:r>
              <a:rPr lang="en-US" sz="2000" dirty="0"/>
              <a:t>, and NumPy, and allows users to run algorithms on various quantum backends, including those from IBM, Google, and </a:t>
            </a:r>
            <a:r>
              <a:rPr lang="en-US" sz="2000" dirty="0" err="1"/>
              <a:t>Rigetti</a:t>
            </a:r>
            <a:endParaRPr lang="en-US" sz="2000" dirty="0"/>
          </a:p>
          <a:p>
            <a:r>
              <a:rPr lang="en-US" sz="2400" dirty="0"/>
              <a:t>Quantum computing frameworks</a:t>
            </a:r>
          </a:p>
          <a:p>
            <a:pPr lvl="1"/>
            <a:r>
              <a:rPr lang="en-US" sz="2000" b="1" dirty="0"/>
              <a:t>Cirq (Google):</a:t>
            </a:r>
            <a:r>
              <a:rPr lang="en-US" sz="2000" dirty="0"/>
              <a:t> Designed with a focus on writing and optimizing circuits for current (NISQ) devices. Its integration capabilities with TensorFlow Quantum make it a core tool for Google's QML research efforts</a:t>
            </a:r>
          </a:p>
          <a:p>
            <a:pPr lvl="1"/>
            <a:r>
              <a:rPr lang="en-US" sz="2000" b="1" dirty="0"/>
              <a:t>Amazon </a:t>
            </a:r>
            <a:r>
              <a:rPr lang="en-US" sz="2000" b="1" dirty="0" err="1"/>
              <a:t>Braket</a:t>
            </a:r>
            <a:r>
              <a:rPr lang="en-US" sz="2000" b="1" dirty="0"/>
              <a:t> SDK (Amazon):</a:t>
            </a:r>
            <a:r>
              <a:rPr lang="en-US" sz="2000" dirty="0"/>
              <a:t> Provides a unified interface to access different quantum hardware providers (e.g., </a:t>
            </a:r>
            <a:r>
              <a:rPr lang="en-US" sz="2000" dirty="0" err="1"/>
              <a:t>IonQ</a:t>
            </a:r>
            <a:r>
              <a:rPr lang="en-US" sz="2000" dirty="0"/>
              <a:t>, </a:t>
            </a:r>
            <a:r>
              <a:rPr lang="en-US" sz="2000" dirty="0" err="1"/>
              <a:t>Rigetti</a:t>
            </a:r>
            <a:r>
              <a:rPr lang="en-US" sz="2000" dirty="0"/>
              <a:t>). It supports hybrid algorithms and integrates well within the broader AWS cloud environment for ML workflows</a:t>
            </a:r>
          </a:p>
          <a:p>
            <a:pPr lvl="1"/>
            <a:r>
              <a:rPr lang="en-US" sz="2000" b="1" dirty="0"/>
              <a:t>Microsoft Azure Quantum Development Kit (QDK):</a:t>
            </a:r>
            <a:r>
              <a:rPr lang="en-US" sz="2000" dirty="0"/>
              <a:t> The QDK features the Q# programming language and integrates with classical languages like Python and C#. It provides hybrid computation support within the Azure cloud, making it suitable for developing enterprise-scale QML solutions</a:t>
            </a:r>
          </a:p>
        </p:txBody>
      </p:sp>
      <p:sp>
        <p:nvSpPr>
          <p:cNvPr id="5" name="TextBox 4">
            <a:extLst>
              <a:ext uri="{FF2B5EF4-FFF2-40B4-BE49-F238E27FC236}">
                <a16:creationId xmlns:a16="http://schemas.microsoft.com/office/drawing/2014/main" id="{2830C31C-3DE4-A8D4-8CC6-825033A8C41B}"/>
              </a:ext>
            </a:extLst>
          </p:cNvPr>
          <p:cNvSpPr txBox="1"/>
          <p:nvPr/>
        </p:nvSpPr>
        <p:spPr>
          <a:xfrm>
            <a:off x="233956" y="6492875"/>
            <a:ext cx="10617399" cy="276999"/>
          </a:xfrm>
          <a:prstGeom prst="rect">
            <a:avLst/>
          </a:prstGeom>
          <a:noFill/>
        </p:spPr>
        <p:txBody>
          <a:bodyPr wrap="square">
            <a:spAutoFit/>
          </a:bodyPr>
          <a:lstStyle/>
          <a:p>
            <a:r>
              <a:rPr lang="en-US" sz="1200" dirty="0"/>
              <a:t>https://</a:t>
            </a:r>
            <a:r>
              <a:rPr lang="en-US" sz="1200" dirty="0" err="1"/>
              <a:t>www.dasca.org</a:t>
            </a:r>
            <a:r>
              <a:rPr lang="en-US" sz="1200" dirty="0"/>
              <a:t>/world-of-data-science/article/top-open-source-tools-in-quantum-computing-for-data-scientists</a:t>
            </a:r>
          </a:p>
        </p:txBody>
      </p:sp>
    </p:spTree>
    <p:extLst>
      <p:ext uri="{BB962C8B-B14F-4D97-AF65-F5344CB8AC3E}">
        <p14:creationId xmlns:p14="http://schemas.microsoft.com/office/powerpoint/2010/main" val="849471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6473D-388E-4DCC-BA3A-6A47D74D7D03}"/>
              </a:ext>
            </a:extLst>
          </p:cNvPr>
          <p:cNvSpPr>
            <a:spLocks noGrp="1"/>
          </p:cNvSpPr>
          <p:nvPr>
            <p:ph type="title"/>
          </p:nvPr>
        </p:nvSpPr>
        <p:spPr/>
        <p:txBody>
          <a:bodyPr/>
          <a:lstStyle/>
          <a:p>
            <a:r>
              <a:rPr lang="en-US" dirty="0"/>
              <a:t>Quantum Computing Cloud Services</a:t>
            </a:r>
          </a:p>
        </p:txBody>
      </p:sp>
      <p:sp>
        <p:nvSpPr>
          <p:cNvPr id="3" name="Content Placeholder 2">
            <a:extLst>
              <a:ext uri="{FF2B5EF4-FFF2-40B4-BE49-F238E27FC236}">
                <a16:creationId xmlns:a16="http://schemas.microsoft.com/office/drawing/2014/main" id="{4D419143-2CFA-678C-DBFA-F535B0343AF8}"/>
              </a:ext>
            </a:extLst>
          </p:cNvPr>
          <p:cNvSpPr>
            <a:spLocks noGrp="1"/>
          </p:cNvSpPr>
          <p:nvPr>
            <p:ph idx="1"/>
          </p:nvPr>
        </p:nvSpPr>
        <p:spPr/>
        <p:txBody>
          <a:bodyPr>
            <a:normAutofit fontScale="92500" lnSpcReduction="20000"/>
          </a:bodyPr>
          <a:lstStyle/>
          <a:p>
            <a:r>
              <a:rPr lang="en-US" sz="2000" b="1" dirty="0">
                <a:latin typeface="Arial" panose="020B0604020202020204" pitchFamily="34" charset="0"/>
                <a:cs typeface="Arial" panose="020B0604020202020204" pitchFamily="34" charset="0"/>
              </a:rPr>
              <a:t>IBM Quantum</a:t>
            </a:r>
            <a:r>
              <a:rPr lang="en-US" sz="2000" dirty="0">
                <a:latin typeface="Arial" panose="020B0604020202020204" pitchFamily="34" charset="0"/>
                <a:cs typeface="Arial" panose="020B0604020202020204" pitchFamily="34" charset="0"/>
              </a:rPr>
              <a:t>: A pioneer offering access to the world's largest fleet of superconducting quantum computers, including the 1,121-qubit Condor processor. It uses the </a:t>
            </a:r>
            <a:r>
              <a:rPr lang="en-US" sz="2000" dirty="0" err="1">
                <a:latin typeface="Arial" panose="020B0604020202020204" pitchFamily="34" charset="0"/>
                <a:cs typeface="Arial" panose="020B0604020202020204" pitchFamily="34" charset="0"/>
              </a:rPr>
              <a:t>Qiskit</a:t>
            </a:r>
            <a:r>
              <a:rPr lang="en-US" sz="2000" dirty="0">
                <a:latin typeface="Arial" panose="020B0604020202020204" pitchFamily="34" charset="0"/>
                <a:cs typeface="Arial" panose="020B0604020202020204" pitchFamily="34" charset="0"/>
              </a:rPr>
              <a:t> framework and provides tiers ranging from a free "Open Plan" to an enterprise "Premium Plan" ($48–$96 per minute of runtime).</a:t>
            </a:r>
          </a:p>
          <a:p>
            <a:r>
              <a:rPr lang="en-US" sz="2000" b="1" dirty="0">
                <a:latin typeface="Arial" panose="020B0604020202020204" pitchFamily="34" charset="0"/>
                <a:cs typeface="Arial" panose="020B0604020202020204" pitchFamily="34" charset="0"/>
              </a:rPr>
              <a:t>Amazon </a:t>
            </a:r>
            <a:r>
              <a:rPr lang="en-US" sz="2000" b="1" dirty="0" err="1">
                <a:latin typeface="Arial" panose="020B0604020202020204" pitchFamily="34" charset="0"/>
                <a:cs typeface="Arial" panose="020B0604020202020204" pitchFamily="34" charset="0"/>
              </a:rPr>
              <a:t>Braket</a:t>
            </a:r>
            <a:r>
              <a:rPr lang="en-US" sz="2000" dirty="0">
                <a:latin typeface="Arial" panose="020B0604020202020204" pitchFamily="34" charset="0"/>
                <a:cs typeface="Arial" panose="020B0604020202020204" pitchFamily="34" charset="0"/>
              </a:rPr>
              <a:t>: A fully managed AWS service that acts as a hub for multiple hardware types, including gate-model systems from </a:t>
            </a:r>
            <a:r>
              <a:rPr lang="en-US" sz="2000" dirty="0" err="1">
                <a:latin typeface="Arial" panose="020B0604020202020204" pitchFamily="34" charset="0"/>
                <a:cs typeface="Arial" panose="020B0604020202020204" pitchFamily="34" charset="0"/>
              </a:rPr>
              <a:t>IonQ</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Rigetti</a:t>
            </a:r>
            <a:r>
              <a:rPr lang="en-US" sz="2000" dirty="0">
                <a:latin typeface="Arial" panose="020B0604020202020204" pitchFamily="34" charset="0"/>
                <a:cs typeface="Arial" panose="020B0604020202020204" pitchFamily="34" charset="0"/>
              </a:rPr>
              <a:t>, and Oxford Quantum Circuits, plus neutral-atom processors from QuEra. It features pre-configured </a:t>
            </a:r>
            <a:r>
              <a:rPr lang="en-US" sz="2000" dirty="0" err="1">
                <a:latin typeface="Arial" panose="020B0604020202020204" pitchFamily="34" charset="0"/>
                <a:cs typeface="Arial" panose="020B0604020202020204" pitchFamily="34" charset="0"/>
              </a:rPr>
              <a:t>Jupyter</a:t>
            </a:r>
            <a:r>
              <a:rPr lang="en-US" sz="2000" dirty="0">
                <a:latin typeface="Arial" panose="020B0604020202020204" pitchFamily="34" charset="0"/>
                <a:cs typeface="Arial" panose="020B0604020202020204" pitchFamily="34" charset="0"/>
              </a:rPr>
              <a:t> notebooks and integrated S3 storage for results.</a:t>
            </a:r>
          </a:p>
          <a:p>
            <a:r>
              <a:rPr lang="en-US" sz="2000" b="1" dirty="0">
                <a:latin typeface="Arial" panose="020B0604020202020204" pitchFamily="34" charset="0"/>
                <a:cs typeface="Arial" panose="020B0604020202020204" pitchFamily="34" charset="0"/>
              </a:rPr>
              <a:t>Microsoft Azure Quantum</a:t>
            </a:r>
            <a:r>
              <a:rPr lang="en-US" sz="2000" dirty="0">
                <a:latin typeface="Arial" panose="020B0604020202020204" pitchFamily="34" charset="0"/>
                <a:cs typeface="Arial" panose="020B0604020202020204" pitchFamily="34" charset="0"/>
              </a:rPr>
              <a:t>: Focuses on hybrid workflows, allowing users to combine classical Azure resources (like GPUs) with quantum co-processors from partners like </a:t>
            </a:r>
            <a:r>
              <a:rPr lang="en-US" sz="2000" dirty="0" err="1">
                <a:latin typeface="Arial" panose="020B0604020202020204" pitchFamily="34" charset="0"/>
                <a:cs typeface="Arial" panose="020B0604020202020204" pitchFamily="34" charset="0"/>
              </a:rPr>
              <a:t>Quantinuum</a:t>
            </a:r>
            <a:r>
              <a:rPr lang="en-US" sz="2000" dirty="0">
                <a:latin typeface="Arial" panose="020B0604020202020204" pitchFamily="34" charset="0"/>
                <a:cs typeface="Arial" panose="020B0604020202020204" pitchFamily="34" charset="0"/>
              </a:rPr>
              <a:t> and </a:t>
            </a:r>
            <a:r>
              <a:rPr lang="en-US" sz="2000" dirty="0" err="1">
                <a:latin typeface="Arial" panose="020B0604020202020204" pitchFamily="34" charset="0"/>
                <a:cs typeface="Arial" panose="020B0604020202020204" pitchFamily="34" charset="0"/>
              </a:rPr>
              <a:t>IonQ</a:t>
            </a:r>
            <a:r>
              <a:rPr lang="en-US" sz="2000" dirty="0">
                <a:latin typeface="Arial" panose="020B0604020202020204" pitchFamily="34" charset="0"/>
                <a:cs typeface="Arial" panose="020B0604020202020204" pitchFamily="34" charset="0"/>
              </a:rPr>
              <a:t>. It natively supports the Q# programming language and the Quantum Development Kit.</a:t>
            </a:r>
          </a:p>
          <a:p>
            <a:r>
              <a:rPr lang="en-US" sz="2000" b="1" dirty="0">
                <a:latin typeface="Arial" panose="020B0604020202020204" pitchFamily="34" charset="0"/>
                <a:cs typeface="Arial" panose="020B0604020202020204" pitchFamily="34" charset="0"/>
              </a:rPr>
              <a:t>D-Wave Leap</a:t>
            </a:r>
            <a:r>
              <a:rPr lang="en-US" sz="2000" dirty="0">
                <a:latin typeface="Arial" panose="020B0604020202020204" pitchFamily="34" charset="0"/>
                <a:cs typeface="Arial" panose="020B0604020202020204" pitchFamily="34" charset="0"/>
              </a:rPr>
              <a:t>: Specialized in quantum annealing, which is optimized for industrial-scale optimization problems (e.g., logistics, scheduling) rather than general-purpose gate-model computing. Its Advantage2 system can handle up to two million variables.</a:t>
            </a:r>
          </a:p>
          <a:p>
            <a:r>
              <a:rPr lang="en-US" sz="2000" b="1" dirty="0">
                <a:latin typeface="Arial" panose="020B0604020202020204" pitchFamily="34" charset="0"/>
                <a:cs typeface="Arial" panose="020B0604020202020204" pitchFamily="34" charset="0"/>
              </a:rPr>
              <a:t>Google Quantum AI</a:t>
            </a:r>
            <a:r>
              <a:rPr lang="en-US" sz="2000" dirty="0">
                <a:latin typeface="Arial" panose="020B0604020202020204" pitchFamily="34" charset="0"/>
                <a:cs typeface="Arial" panose="020B0604020202020204" pitchFamily="34" charset="0"/>
              </a:rPr>
              <a:t>: Provides access to its Sycamore and Willow chips primarily for approved researchers. It uses the Cirq framework and specializes in high-fidelity operations and quantum error correction research. </a:t>
            </a:r>
          </a:p>
        </p:txBody>
      </p:sp>
    </p:spTree>
    <p:extLst>
      <p:ext uri="{BB962C8B-B14F-4D97-AF65-F5344CB8AC3E}">
        <p14:creationId xmlns:p14="http://schemas.microsoft.com/office/powerpoint/2010/main" val="3528638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AD3ED6-B256-A76E-BF92-81747B975E3A}"/>
              </a:ext>
            </a:extLst>
          </p:cNvPr>
          <p:cNvPicPr>
            <a:picLocks noChangeAspect="1"/>
          </p:cNvPicPr>
          <p:nvPr/>
        </p:nvPicPr>
        <p:blipFill>
          <a:blip r:embed="rId2"/>
          <a:stretch>
            <a:fillRect/>
          </a:stretch>
        </p:blipFill>
        <p:spPr>
          <a:xfrm>
            <a:off x="468406" y="931219"/>
            <a:ext cx="10988362" cy="5180469"/>
          </a:xfrm>
          <a:prstGeom prst="rect">
            <a:avLst/>
          </a:prstGeom>
        </p:spPr>
      </p:pic>
      <p:sp>
        <p:nvSpPr>
          <p:cNvPr id="3" name="TextBox 2">
            <a:extLst>
              <a:ext uri="{FF2B5EF4-FFF2-40B4-BE49-F238E27FC236}">
                <a16:creationId xmlns:a16="http://schemas.microsoft.com/office/drawing/2014/main" id="{7BAB50EB-C288-0008-F849-EE9A399C8B90}"/>
              </a:ext>
            </a:extLst>
          </p:cNvPr>
          <p:cNvSpPr txBox="1"/>
          <p:nvPr/>
        </p:nvSpPr>
        <p:spPr>
          <a:xfrm>
            <a:off x="1149723" y="6441141"/>
            <a:ext cx="6568337" cy="369332"/>
          </a:xfrm>
          <a:prstGeom prst="rect">
            <a:avLst/>
          </a:prstGeom>
          <a:noFill/>
        </p:spPr>
        <p:txBody>
          <a:bodyPr wrap="none" rtlCol="0">
            <a:spAutoFit/>
          </a:bodyPr>
          <a:lstStyle/>
          <a:p>
            <a:r>
              <a:rPr lang="en-US" dirty="0"/>
              <a:t>Taken from </a:t>
            </a:r>
            <a:r>
              <a:rPr lang="en-US" dirty="0">
                <a:hlinkClick r:id="rId3"/>
              </a:rPr>
              <a:t>https://www.ibm.com/quantum/products</a:t>
            </a:r>
            <a:r>
              <a:rPr lang="en-US" dirty="0"/>
              <a:t> 2026-01-18</a:t>
            </a:r>
          </a:p>
        </p:txBody>
      </p:sp>
    </p:spTree>
    <p:extLst>
      <p:ext uri="{BB962C8B-B14F-4D97-AF65-F5344CB8AC3E}">
        <p14:creationId xmlns:p14="http://schemas.microsoft.com/office/powerpoint/2010/main" val="2277501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B7E06-1F22-B278-6C77-CAAC4ADC3F8A}"/>
              </a:ext>
            </a:extLst>
          </p:cNvPr>
          <p:cNvSpPr>
            <a:spLocks noGrp="1"/>
          </p:cNvSpPr>
          <p:nvPr>
            <p:ph type="title"/>
          </p:nvPr>
        </p:nvSpPr>
        <p:spPr/>
        <p:txBody>
          <a:bodyPr/>
          <a:lstStyle/>
          <a:p>
            <a:r>
              <a:rPr lang="en-US" dirty="0"/>
              <a:t>Quantum Computing in Bioinformatics</a:t>
            </a:r>
          </a:p>
        </p:txBody>
      </p:sp>
      <p:sp>
        <p:nvSpPr>
          <p:cNvPr id="3" name="Content Placeholder 2">
            <a:extLst>
              <a:ext uri="{FF2B5EF4-FFF2-40B4-BE49-F238E27FC236}">
                <a16:creationId xmlns:a16="http://schemas.microsoft.com/office/drawing/2014/main" id="{CFADA63B-3974-233B-B60A-E5FC531F2C47}"/>
              </a:ext>
            </a:extLst>
          </p:cNvPr>
          <p:cNvSpPr>
            <a:spLocks noGrp="1"/>
          </p:cNvSpPr>
          <p:nvPr>
            <p:ph idx="1"/>
          </p:nvPr>
        </p:nvSpPr>
        <p:spPr/>
        <p:txBody>
          <a:bodyPr>
            <a:normAutofit lnSpcReduction="10000"/>
          </a:bodyPr>
          <a:lstStyle/>
          <a:p>
            <a:r>
              <a:rPr lang="en-US" dirty="0"/>
              <a:t>Many publications of the use of QC and QML in </a:t>
            </a:r>
            <a:r>
              <a:rPr lang="en-US" dirty="0" err="1"/>
              <a:t>bioiformatics</a:t>
            </a:r>
            <a:endParaRPr lang="en-US" dirty="0"/>
          </a:p>
          <a:p>
            <a:pPr lvl="1"/>
            <a:r>
              <a:rPr lang="en-US" dirty="0"/>
              <a:t>Many falls under the slide two category</a:t>
            </a:r>
          </a:p>
          <a:p>
            <a:pPr lvl="1"/>
            <a:r>
              <a:rPr lang="en-US" dirty="0"/>
              <a:t>Unclear results when it comes to the benefits</a:t>
            </a:r>
          </a:p>
          <a:p>
            <a:r>
              <a:rPr lang="en-US" dirty="0"/>
              <a:t>Recent reviews</a:t>
            </a:r>
          </a:p>
          <a:p>
            <a:pPr lvl="1"/>
            <a:r>
              <a:rPr lang="en-US" b="1" dirty="0"/>
              <a:t>Maurizio et al</a:t>
            </a:r>
            <a:r>
              <a:rPr lang="en-US" dirty="0"/>
              <a:t>. Advocates for a balanced perspective on quantum computing in genomics, guiding future research toward targeted applications and robust validation</a:t>
            </a:r>
          </a:p>
          <a:p>
            <a:pPr lvl="1"/>
            <a:r>
              <a:rPr lang="en-US" b="1" dirty="0"/>
              <a:t>Bose et al</a:t>
            </a:r>
            <a:r>
              <a:rPr lang="en-US" dirty="0"/>
              <a:t>. Roadmap article, we discuss the advancements and challenges in spatiotemporal single-cell analysis, explore the possibility of quantum computing to address the challenges and present a case study on how quantum computing may be integrated into cell-based therapeutics</a:t>
            </a:r>
          </a:p>
        </p:txBody>
      </p:sp>
      <p:sp>
        <p:nvSpPr>
          <p:cNvPr id="5" name="TextBox 4">
            <a:extLst>
              <a:ext uri="{FF2B5EF4-FFF2-40B4-BE49-F238E27FC236}">
                <a16:creationId xmlns:a16="http://schemas.microsoft.com/office/drawing/2014/main" id="{398A2C44-E3A4-03F9-EC15-E053BD30434A}"/>
              </a:ext>
            </a:extLst>
          </p:cNvPr>
          <p:cNvSpPr txBox="1"/>
          <p:nvPr/>
        </p:nvSpPr>
        <p:spPr>
          <a:xfrm>
            <a:off x="196103" y="6176963"/>
            <a:ext cx="11799794" cy="600164"/>
          </a:xfrm>
          <a:prstGeom prst="rect">
            <a:avLst/>
          </a:prstGeom>
          <a:noFill/>
        </p:spPr>
        <p:txBody>
          <a:bodyPr wrap="square">
            <a:spAutoFit/>
          </a:bodyPr>
          <a:lstStyle/>
          <a:p>
            <a:pPr marL="228600" indent="-228600">
              <a:buFont typeface="+mj-lt"/>
              <a:buAutoNum type="arabicPeriod"/>
            </a:pPr>
            <a:r>
              <a:rPr lang="en-US" sz="1100" dirty="0">
                <a:effectLst/>
              </a:rPr>
              <a:t>Maurizio, Aurora, and Guglielmo Mazzola. “Quantum Computing for Genomics: Conceptual Challenges and Practical Perspectives.” </a:t>
            </a:r>
            <a:r>
              <a:rPr lang="en-US" sz="1100" i="1" dirty="0">
                <a:effectLst/>
              </a:rPr>
              <a:t>PRX Life</a:t>
            </a:r>
            <a:r>
              <a:rPr lang="en-US" sz="1100" dirty="0">
                <a:effectLst/>
              </a:rPr>
              <a:t> 3, no. 4 (2025)</a:t>
            </a:r>
          </a:p>
          <a:p>
            <a:pPr marL="228600" indent="-228600">
              <a:buFont typeface="+mj-lt"/>
              <a:buAutoNum type="arabicPeriod"/>
            </a:pPr>
            <a:r>
              <a:rPr lang="en-US" sz="1100" dirty="0"/>
              <a:t>Bose, Aritra, Kahn </a:t>
            </a:r>
            <a:r>
              <a:rPr lang="en-US" sz="1100" dirty="0" err="1"/>
              <a:t>Rhrissorrakrai</a:t>
            </a:r>
            <a:r>
              <a:rPr lang="en-US" sz="1100" dirty="0"/>
              <a:t>, Filippo </a:t>
            </a:r>
            <a:r>
              <a:rPr lang="en-US" sz="1100" dirty="0" err="1"/>
              <a:t>Utro</a:t>
            </a:r>
            <a:r>
              <a:rPr lang="en-US" sz="1100" dirty="0"/>
              <a:t>, and Laxmi Parida. “Advancing Single-Cell Omics and Cell-Based Therapeutics with Quantum Computing.” </a:t>
            </a:r>
            <a:r>
              <a:rPr lang="en-US" sz="1100" i="1" dirty="0"/>
              <a:t>Nature Reviews Molecular Cell Biology</a:t>
            </a:r>
            <a:r>
              <a:rPr lang="en-US" sz="1100" dirty="0"/>
              <a:t>, January 2, 2026</a:t>
            </a:r>
            <a:endParaRPr lang="en-US" sz="1100" dirty="0">
              <a:effectLst/>
            </a:endParaRPr>
          </a:p>
        </p:txBody>
      </p:sp>
    </p:spTree>
    <p:extLst>
      <p:ext uri="{BB962C8B-B14F-4D97-AF65-F5344CB8AC3E}">
        <p14:creationId xmlns:p14="http://schemas.microsoft.com/office/powerpoint/2010/main" val="1101339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608F1-2991-A572-3940-FD5866F79229}"/>
              </a:ext>
            </a:extLst>
          </p:cNvPr>
          <p:cNvSpPr>
            <a:spLocks noGrp="1"/>
          </p:cNvSpPr>
          <p:nvPr>
            <p:ph type="title"/>
          </p:nvPr>
        </p:nvSpPr>
        <p:spPr/>
        <p:txBody>
          <a:bodyPr/>
          <a:lstStyle/>
          <a:p>
            <a:r>
              <a:rPr lang="en-US" dirty="0"/>
              <a:t>Summary – My thoughts</a:t>
            </a:r>
          </a:p>
        </p:txBody>
      </p:sp>
      <p:sp>
        <p:nvSpPr>
          <p:cNvPr id="3" name="Content Placeholder 2">
            <a:extLst>
              <a:ext uri="{FF2B5EF4-FFF2-40B4-BE49-F238E27FC236}">
                <a16:creationId xmlns:a16="http://schemas.microsoft.com/office/drawing/2014/main" id="{AE4F849A-D093-CB99-33A3-D4A0AF4EE8CD}"/>
              </a:ext>
            </a:extLst>
          </p:cNvPr>
          <p:cNvSpPr>
            <a:spLocks noGrp="1"/>
          </p:cNvSpPr>
          <p:nvPr>
            <p:ph idx="1"/>
          </p:nvPr>
        </p:nvSpPr>
        <p:spPr/>
        <p:txBody>
          <a:bodyPr>
            <a:normAutofit fontScale="92500" lnSpcReduction="10000"/>
          </a:bodyPr>
          <a:lstStyle/>
          <a:p>
            <a:r>
              <a:rPr lang="en-US" dirty="0"/>
              <a:t>Really cool technology</a:t>
            </a:r>
          </a:p>
          <a:p>
            <a:pPr lvl="1"/>
            <a:r>
              <a:rPr lang="en-US" dirty="0"/>
              <a:t>Its actually using quantum mechanics</a:t>
            </a:r>
          </a:p>
          <a:p>
            <a:pPr lvl="1"/>
            <a:r>
              <a:rPr lang="en-US" dirty="0"/>
              <a:t>Real quantum computers exists </a:t>
            </a:r>
          </a:p>
          <a:p>
            <a:r>
              <a:rPr lang="en-US" dirty="0"/>
              <a:t>Not sure of usefulness for a simple bioinformatics scientist</a:t>
            </a:r>
          </a:p>
          <a:p>
            <a:r>
              <a:rPr lang="en-US" dirty="0"/>
              <a:t>Today</a:t>
            </a:r>
          </a:p>
          <a:p>
            <a:pPr lvl="1"/>
            <a:r>
              <a:rPr lang="en-US" dirty="0"/>
              <a:t>Pros</a:t>
            </a:r>
          </a:p>
          <a:p>
            <a:pPr lvl="2"/>
            <a:r>
              <a:rPr lang="en-US" dirty="0"/>
              <a:t>May be a good idea for a grant</a:t>
            </a:r>
          </a:p>
          <a:p>
            <a:pPr lvl="1"/>
            <a:r>
              <a:rPr lang="en-US" dirty="0"/>
              <a:t>Cons</a:t>
            </a:r>
          </a:p>
          <a:p>
            <a:pPr lvl="2"/>
            <a:r>
              <a:rPr lang="en-US" dirty="0"/>
              <a:t>Unclear of the real quantum advantage</a:t>
            </a:r>
          </a:p>
          <a:p>
            <a:pPr lvl="2"/>
            <a:r>
              <a:rPr lang="en-US" dirty="0"/>
              <a:t>Access to quantum hardware</a:t>
            </a:r>
          </a:p>
          <a:p>
            <a:r>
              <a:rPr lang="en-US" dirty="0"/>
              <a:t>2030</a:t>
            </a:r>
          </a:p>
          <a:p>
            <a:pPr lvl="1"/>
            <a:r>
              <a:rPr lang="en-US" dirty="0"/>
              <a:t>Probably very different</a:t>
            </a:r>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758503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90794cc-8ced-4156-9787-a1fbf819c752}" enabled="1" method="Standard" siteId="{a25fff9c-3f63-4fb2-9a8a-d9bdd0321f9a}" removed="0"/>
</clbl:labelList>
</file>

<file path=docProps/app.xml><?xml version="1.0" encoding="utf-8"?>
<Properties xmlns="http://schemas.openxmlformats.org/officeDocument/2006/extended-properties" xmlns:vt="http://schemas.openxmlformats.org/officeDocument/2006/docPropsVTypes">
  <TotalTime>2538</TotalTime>
  <Words>2825</Words>
  <Application>Microsoft Macintosh PowerPoint</Application>
  <PresentationFormat>Widescreen</PresentationFormat>
  <Paragraphs>189</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Aptos Display</vt:lpstr>
      <vt:lpstr>Arial</vt:lpstr>
      <vt:lpstr>Cambria Math</vt:lpstr>
      <vt:lpstr>IBM Plex Sans</vt:lpstr>
      <vt:lpstr>inherit</vt:lpstr>
      <vt:lpstr>Segoe UI</vt:lpstr>
      <vt:lpstr>Office Theme</vt:lpstr>
      <vt:lpstr>Quantum Computing</vt:lpstr>
      <vt:lpstr>PowerPoint Presentation</vt:lpstr>
      <vt:lpstr>Outline</vt:lpstr>
      <vt:lpstr>What is a Quantum Computer</vt:lpstr>
      <vt:lpstr>PowerPoint Presentation</vt:lpstr>
      <vt:lpstr>PowerPoint Presentation</vt:lpstr>
      <vt:lpstr>PowerPoint Presentation</vt:lpstr>
      <vt:lpstr>What is a Qubit?</vt:lpstr>
      <vt:lpstr>PowerPoint Presentation</vt:lpstr>
      <vt:lpstr>Entanglement</vt:lpstr>
      <vt:lpstr>Entanglement in quantum computing</vt:lpstr>
      <vt:lpstr>Quantum Interference</vt:lpstr>
      <vt:lpstr>Quantum Errors – Quantum Computing largest challenge</vt:lpstr>
      <vt:lpstr>PowerPoint Presentation</vt:lpstr>
      <vt:lpstr>Quantum Advantage</vt:lpstr>
      <vt:lpstr>Ok, so what can we do with Quantum Computers?</vt:lpstr>
      <vt:lpstr>Quantum Machine Learning (QML)</vt:lpstr>
      <vt:lpstr>PowerPoint Presentation</vt:lpstr>
      <vt:lpstr>Encoding data</vt:lpstr>
      <vt:lpstr>PowerPoint Presentation</vt:lpstr>
      <vt:lpstr>Benefits with QML</vt:lpstr>
      <vt:lpstr>How can I run QML?</vt:lpstr>
      <vt:lpstr>Quantum Computing Cloud Services</vt:lpstr>
      <vt:lpstr>PowerPoint Presentation</vt:lpstr>
      <vt:lpstr>Quantum Computing in Bioinformatics</vt:lpstr>
      <vt:lpstr>Summary – My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Berglund, Anders, Ph.D.</dc:creator>
  <cp:lastModifiedBy>Berglund, Anders, Ph.D.</cp:lastModifiedBy>
  <cp:revision>1</cp:revision>
  <dcterms:created xsi:type="dcterms:W3CDTF">2025-12-19T22:28:26Z</dcterms:created>
  <dcterms:modified xsi:type="dcterms:W3CDTF">2026-01-19T13:24:02Z</dcterms:modified>
</cp:coreProperties>
</file>